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  <p:sldMasterId id="2147483658" r:id="rId2"/>
    <p:sldMasterId id="2147483667" r:id="rId3"/>
    <p:sldMasterId id="2147483677" r:id="rId4"/>
  </p:sldMasterIdLst>
  <p:notesMasterIdLst>
    <p:notesMasterId r:id="rId39"/>
  </p:notesMasterIdLst>
  <p:sldIdLst>
    <p:sldId id="256" r:id="rId5"/>
    <p:sldId id="257" r:id="rId6"/>
    <p:sldId id="308" r:id="rId7"/>
    <p:sldId id="259" r:id="rId8"/>
    <p:sldId id="262" r:id="rId9"/>
    <p:sldId id="263" r:id="rId10"/>
    <p:sldId id="305" r:id="rId11"/>
    <p:sldId id="264" r:id="rId12"/>
    <p:sldId id="268" r:id="rId13"/>
    <p:sldId id="311" r:id="rId14"/>
    <p:sldId id="289" r:id="rId15"/>
    <p:sldId id="270" r:id="rId16"/>
    <p:sldId id="307" r:id="rId17"/>
    <p:sldId id="272" r:id="rId18"/>
    <p:sldId id="273" r:id="rId19"/>
    <p:sldId id="274" r:id="rId20"/>
    <p:sldId id="285" r:id="rId21"/>
    <p:sldId id="301" r:id="rId22"/>
    <p:sldId id="310" r:id="rId23"/>
    <p:sldId id="275" r:id="rId24"/>
    <p:sldId id="276" r:id="rId25"/>
    <p:sldId id="321" r:id="rId26"/>
    <p:sldId id="288" r:id="rId27"/>
    <p:sldId id="313" r:id="rId28"/>
    <p:sldId id="314" r:id="rId29"/>
    <p:sldId id="315" r:id="rId30"/>
    <p:sldId id="316" r:id="rId31"/>
    <p:sldId id="317" r:id="rId32"/>
    <p:sldId id="277" r:id="rId33"/>
    <p:sldId id="278" r:id="rId34"/>
    <p:sldId id="302" r:id="rId35"/>
    <p:sldId id="281" r:id="rId36"/>
    <p:sldId id="279" r:id="rId37"/>
    <p:sldId id="319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20"/>
    <p:restoredTop sz="94694"/>
  </p:normalViewPr>
  <p:slideViewPr>
    <p:cSldViewPr snapToGrid="0">
      <p:cViewPr varScale="1">
        <p:scale>
          <a:sx n="135" d="100"/>
          <a:sy n="135" d="100"/>
        </p:scale>
        <p:origin x="168" y="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70E72B-30F2-4F2E-AB72-AEAF2FD7C8B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37A3B4-59F6-4FB2-A896-D468EE259D74}">
      <dgm:prSet phldrT="[Text]"/>
      <dgm:spPr/>
      <dgm:t>
        <a:bodyPr/>
        <a:lstStyle/>
        <a:p>
          <a:r>
            <a:rPr lang="en-US" dirty="0"/>
            <a:t>Hemodynamics</a:t>
          </a:r>
        </a:p>
      </dgm:t>
    </dgm:pt>
    <dgm:pt modelId="{74268922-113C-45F2-97B4-4051701D07B5}" type="parTrans" cxnId="{310EA638-9A86-44B4-8203-BDE6DAD31C8C}">
      <dgm:prSet/>
      <dgm:spPr/>
      <dgm:t>
        <a:bodyPr/>
        <a:lstStyle/>
        <a:p>
          <a:endParaRPr lang="en-US"/>
        </a:p>
      </dgm:t>
    </dgm:pt>
    <dgm:pt modelId="{A6E39D7C-4222-43F5-A3AF-33101B44A4E7}" type="sibTrans" cxnId="{310EA638-9A86-44B4-8203-BDE6DAD31C8C}">
      <dgm:prSet/>
      <dgm:spPr/>
      <dgm:t>
        <a:bodyPr/>
        <a:lstStyle/>
        <a:p>
          <a:endParaRPr lang="en-US"/>
        </a:p>
      </dgm:t>
    </dgm:pt>
    <dgm:pt modelId="{A0A9E601-499F-4C14-B289-6483191B6FCD}">
      <dgm:prSet phldrT="[Text]"/>
      <dgm:spPr/>
      <dgm:t>
        <a:bodyPr/>
        <a:lstStyle/>
        <a:p>
          <a:r>
            <a:rPr lang="en-US" dirty="0"/>
            <a:t>Coagulopathy - TEG</a:t>
          </a:r>
        </a:p>
      </dgm:t>
    </dgm:pt>
    <dgm:pt modelId="{7C80BB08-DA04-4714-984E-12B75A12E2D7}" type="parTrans" cxnId="{DD5EA119-2FD2-4579-82A0-B3474BB17E5A}">
      <dgm:prSet/>
      <dgm:spPr/>
      <dgm:t>
        <a:bodyPr/>
        <a:lstStyle/>
        <a:p>
          <a:endParaRPr lang="en-US"/>
        </a:p>
      </dgm:t>
    </dgm:pt>
    <dgm:pt modelId="{AC73DCD1-04D1-40DD-827F-9E88BD25FBCC}" type="sibTrans" cxnId="{DD5EA119-2FD2-4579-82A0-B3474BB17E5A}">
      <dgm:prSet/>
      <dgm:spPr/>
      <dgm:t>
        <a:bodyPr/>
        <a:lstStyle/>
        <a:p>
          <a:endParaRPr lang="en-US"/>
        </a:p>
      </dgm:t>
    </dgm:pt>
    <dgm:pt modelId="{70386006-5F5E-4805-8359-BFE56C316A91}">
      <dgm:prSet phldrT="[Text]"/>
      <dgm:spPr/>
      <dgm:t>
        <a:bodyPr/>
        <a:lstStyle/>
        <a:p>
          <a:r>
            <a:rPr lang="en-US" dirty="0"/>
            <a:t>Electrolytes</a:t>
          </a:r>
        </a:p>
      </dgm:t>
    </dgm:pt>
    <dgm:pt modelId="{45B94ECB-67A0-48A9-AA97-07C1C17BD315}" type="parTrans" cxnId="{B9BFE892-9EAD-4C38-8A1A-F12EBFDE6043}">
      <dgm:prSet/>
      <dgm:spPr/>
      <dgm:t>
        <a:bodyPr/>
        <a:lstStyle/>
        <a:p>
          <a:endParaRPr lang="en-US"/>
        </a:p>
      </dgm:t>
    </dgm:pt>
    <dgm:pt modelId="{291C7ADB-584C-443F-B68B-6BFF0B38AE2E}" type="sibTrans" cxnId="{B9BFE892-9EAD-4C38-8A1A-F12EBFDE6043}">
      <dgm:prSet/>
      <dgm:spPr/>
      <dgm:t>
        <a:bodyPr/>
        <a:lstStyle/>
        <a:p>
          <a:endParaRPr lang="en-US"/>
        </a:p>
      </dgm:t>
    </dgm:pt>
    <dgm:pt modelId="{8DC77615-836B-4316-8029-EE66C1C7C9B2}">
      <dgm:prSet/>
      <dgm:spPr/>
      <dgm:t>
        <a:bodyPr/>
        <a:lstStyle/>
        <a:p>
          <a:r>
            <a:rPr lang="en-US" dirty="0"/>
            <a:t>Rapid ascites removal</a:t>
          </a:r>
        </a:p>
      </dgm:t>
    </dgm:pt>
    <dgm:pt modelId="{62403946-EF66-46CD-ABEE-1B78C38A0CE9}" type="parTrans" cxnId="{D675370A-91C5-4064-A32E-A8BFFA430E27}">
      <dgm:prSet/>
      <dgm:spPr/>
      <dgm:t>
        <a:bodyPr/>
        <a:lstStyle/>
        <a:p>
          <a:endParaRPr lang="en-US"/>
        </a:p>
      </dgm:t>
    </dgm:pt>
    <dgm:pt modelId="{76CBA4C7-C4E3-42C2-AB29-A721ADF71835}" type="sibTrans" cxnId="{D675370A-91C5-4064-A32E-A8BFFA430E27}">
      <dgm:prSet/>
      <dgm:spPr/>
      <dgm:t>
        <a:bodyPr/>
        <a:lstStyle/>
        <a:p>
          <a:endParaRPr lang="en-US"/>
        </a:p>
      </dgm:t>
    </dgm:pt>
    <dgm:pt modelId="{82093FF9-A54C-463E-9E80-B1FC30D242C7}" type="pres">
      <dgm:prSet presAssocID="{5670E72B-30F2-4F2E-AB72-AEAF2FD7C8BC}" presName="linear" presStyleCnt="0">
        <dgm:presLayoutVars>
          <dgm:dir/>
          <dgm:animLvl val="lvl"/>
          <dgm:resizeHandles val="exact"/>
        </dgm:presLayoutVars>
      </dgm:prSet>
      <dgm:spPr/>
    </dgm:pt>
    <dgm:pt modelId="{9D4AD328-3EC7-43D8-84A0-B4B4790CC45E}" type="pres">
      <dgm:prSet presAssocID="{8DC77615-836B-4316-8029-EE66C1C7C9B2}" presName="parentLin" presStyleCnt="0"/>
      <dgm:spPr/>
    </dgm:pt>
    <dgm:pt modelId="{8B39662C-D377-4511-AD23-448DC80E7B73}" type="pres">
      <dgm:prSet presAssocID="{8DC77615-836B-4316-8029-EE66C1C7C9B2}" presName="parentLeftMargin" presStyleLbl="node1" presStyleIdx="0" presStyleCnt="4"/>
      <dgm:spPr/>
    </dgm:pt>
    <dgm:pt modelId="{AB7CDC87-9A1E-4AC5-8AC2-198B9F873BEE}" type="pres">
      <dgm:prSet presAssocID="{8DC77615-836B-4316-8029-EE66C1C7C9B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5D55ED7-267D-4F34-AE21-F209298D116F}" type="pres">
      <dgm:prSet presAssocID="{8DC77615-836B-4316-8029-EE66C1C7C9B2}" presName="negativeSpace" presStyleCnt="0"/>
      <dgm:spPr/>
    </dgm:pt>
    <dgm:pt modelId="{C74E6A6E-E2C8-4A5E-9B4E-061243D3CF96}" type="pres">
      <dgm:prSet presAssocID="{8DC77615-836B-4316-8029-EE66C1C7C9B2}" presName="childText" presStyleLbl="conFgAcc1" presStyleIdx="0" presStyleCnt="4">
        <dgm:presLayoutVars>
          <dgm:bulletEnabled val="1"/>
        </dgm:presLayoutVars>
      </dgm:prSet>
      <dgm:spPr/>
    </dgm:pt>
    <dgm:pt modelId="{436CD48A-A507-4B2D-9FB9-1A481B8761FA}" type="pres">
      <dgm:prSet presAssocID="{76CBA4C7-C4E3-42C2-AB29-A721ADF71835}" presName="spaceBetweenRectangles" presStyleCnt="0"/>
      <dgm:spPr/>
    </dgm:pt>
    <dgm:pt modelId="{9C22E9D9-CEF1-42BE-B862-2D27780B5FC0}" type="pres">
      <dgm:prSet presAssocID="{D037A3B4-59F6-4FB2-A896-D468EE259D74}" presName="parentLin" presStyleCnt="0"/>
      <dgm:spPr/>
    </dgm:pt>
    <dgm:pt modelId="{4C3DC612-E02B-4242-A8B3-6DDC130B820B}" type="pres">
      <dgm:prSet presAssocID="{D037A3B4-59F6-4FB2-A896-D468EE259D74}" presName="parentLeftMargin" presStyleLbl="node1" presStyleIdx="0" presStyleCnt="4"/>
      <dgm:spPr/>
    </dgm:pt>
    <dgm:pt modelId="{FFF863A4-FD3D-4572-A716-C5F34832E1CA}" type="pres">
      <dgm:prSet presAssocID="{D037A3B4-59F6-4FB2-A896-D468EE259D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7E72CF-ACCB-4E75-92F1-FC37437C655E}" type="pres">
      <dgm:prSet presAssocID="{D037A3B4-59F6-4FB2-A896-D468EE259D74}" presName="negativeSpace" presStyleCnt="0"/>
      <dgm:spPr/>
    </dgm:pt>
    <dgm:pt modelId="{422A425E-404B-47F0-863E-3F472F99C290}" type="pres">
      <dgm:prSet presAssocID="{D037A3B4-59F6-4FB2-A896-D468EE259D74}" presName="childText" presStyleLbl="conFgAcc1" presStyleIdx="1" presStyleCnt="4">
        <dgm:presLayoutVars>
          <dgm:bulletEnabled val="1"/>
        </dgm:presLayoutVars>
      </dgm:prSet>
      <dgm:spPr/>
    </dgm:pt>
    <dgm:pt modelId="{A4377D9E-77DA-4209-8051-BF7CFA85188D}" type="pres">
      <dgm:prSet presAssocID="{A6E39D7C-4222-43F5-A3AF-33101B44A4E7}" presName="spaceBetweenRectangles" presStyleCnt="0"/>
      <dgm:spPr/>
    </dgm:pt>
    <dgm:pt modelId="{3D5EF3DF-BC84-408F-9C7B-C4555C00DEB5}" type="pres">
      <dgm:prSet presAssocID="{A0A9E601-499F-4C14-B289-6483191B6FCD}" presName="parentLin" presStyleCnt="0"/>
      <dgm:spPr/>
    </dgm:pt>
    <dgm:pt modelId="{8DF85C3F-FA16-47ED-8B1E-DE094B503501}" type="pres">
      <dgm:prSet presAssocID="{A0A9E601-499F-4C14-B289-6483191B6FCD}" presName="parentLeftMargin" presStyleLbl="node1" presStyleIdx="1" presStyleCnt="4"/>
      <dgm:spPr/>
    </dgm:pt>
    <dgm:pt modelId="{506E9D06-4F94-4DD0-B32E-F1F436C7237F}" type="pres">
      <dgm:prSet presAssocID="{A0A9E601-499F-4C14-B289-6483191B6FC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585D5CD-0FDE-4F53-ACE4-C36AD6C77B63}" type="pres">
      <dgm:prSet presAssocID="{A0A9E601-499F-4C14-B289-6483191B6FCD}" presName="negativeSpace" presStyleCnt="0"/>
      <dgm:spPr/>
    </dgm:pt>
    <dgm:pt modelId="{6FB02732-F2CB-4136-BDC8-B2181FECC275}" type="pres">
      <dgm:prSet presAssocID="{A0A9E601-499F-4C14-B289-6483191B6FCD}" presName="childText" presStyleLbl="conFgAcc1" presStyleIdx="2" presStyleCnt="4">
        <dgm:presLayoutVars>
          <dgm:bulletEnabled val="1"/>
        </dgm:presLayoutVars>
      </dgm:prSet>
      <dgm:spPr/>
    </dgm:pt>
    <dgm:pt modelId="{DC4B49F2-5AB4-417F-B118-9F8AEA5C7A23}" type="pres">
      <dgm:prSet presAssocID="{AC73DCD1-04D1-40DD-827F-9E88BD25FBCC}" presName="spaceBetweenRectangles" presStyleCnt="0"/>
      <dgm:spPr/>
    </dgm:pt>
    <dgm:pt modelId="{BA554584-7BFA-421C-807D-757A600B1E29}" type="pres">
      <dgm:prSet presAssocID="{70386006-5F5E-4805-8359-BFE56C316A91}" presName="parentLin" presStyleCnt="0"/>
      <dgm:spPr/>
    </dgm:pt>
    <dgm:pt modelId="{75AA3589-48EE-4D76-8642-B347C66C159E}" type="pres">
      <dgm:prSet presAssocID="{70386006-5F5E-4805-8359-BFE56C316A91}" presName="parentLeftMargin" presStyleLbl="node1" presStyleIdx="2" presStyleCnt="4"/>
      <dgm:spPr/>
    </dgm:pt>
    <dgm:pt modelId="{A405363F-9F77-46C0-8196-7B2B405E98DE}" type="pres">
      <dgm:prSet presAssocID="{70386006-5F5E-4805-8359-BFE56C316A9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C41AF35-5D79-4564-A527-55E784C26FB7}" type="pres">
      <dgm:prSet presAssocID="{70386006-5F5E-4805-8359-BFE56C316A91}" presName="negativeSpace" presStyleCnt="0"/>
      <dgm:spPr/>
    </dgm:pt>
    <dgm:pt modelId="{43E70DD1-3BB9-4CD9-BF45-7907B6D33516}" type="pres">
      <dgm:prSet presAssocID="{70386006-5F5E-4805-8359-BFE56C316A9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CC45F02-B393-4A87-83DF-7CCE306485A6}" type="presOf" srcId="{A0A9E601-499F-4C14-B289-6483191B6FCD}" destId="{506E9D06-4F94-4DD0-B32E-F1F436C7237F}" srcOrd="1" destOrd="0" presId="urn:microsoft.com/office/officeart/2005/8/layout/list1"/>
    <dgm:cxn modelId="{D675370A-91C5-4064-A32E-A8BFFA430E27}" srcId="{5670E72B-30F2-4F2E-AB72-AEAF2FD7C8BC}" destId="{8DC77615-836B-4316-8029-EE66C1C7C9B2}" srcOrd="0" destOrd="0" parTransId="{62403946-EF66-46CD-ABEE-1B78C38A0CE9}" sibTransId="{76CBA4C7-C4E3-42C2-AB29-A721ADF71835}"/>
    <dgm:cxn modelId="{0E975816-5048-45F2-BB8F-00DC9AA22D55}" type="presOf" srcId="{5670E72B-30F2-4F2E-AB72-AEAF2FD7C8BC}" destId="{82093FF9-A54C-463E-9E80-B1FC30D242C7}" srcOrd="0" destOrd="0" presId="urn:microsoft.com/office/officeart/2005/8/layout/list1"/>
    <dgm:cxn modelId="{DD5EA119-2FD2-4579-82A0-B3474BB17E5A}" srcId="{5670E72B-30F2-4F2E-AB72-AEAF2FD7C8BC}" destId="{A0A9E601-499F-4C14-B289-6483191B6FCD}" srcOrd="2" destOrd="0" parTransId="{7C80BB08-DA04-4714-984E-12B75A12E2D7}" sibTransId="{AC73DCD1-04D1-40DD-827F-9E88BD25FBCC}"/>
    <dgm:cxn modelId="{F1B50E2F-4417-4818-A6BA-39F029AF6DF9}" type="presOf" srcId="{70386006-5F5E-4805-8359-BFE56C316A91}" destId="{A405363F-9F77-46C0-8196-7B2B405E98DE}" srcOrd="1" destOrd="0" presId="urn:microsoft.com/office/officeart/2005/8/layout/list1"/>
    <dgm:cxn modelId="{310EA638-9A86-44B4-8203-BDE6DAD31C8C}" srcId="{5670E72B-30F2-4F2E-AB72-AEAF2FD7C8BC}" destId="{D037A3B4-59F6-4FB2-A896-D468EE259D74}" srcOrd="1" destOrd="0" parTransId="{74268922-113C-45F2-97B4-4051701D07B5}" sibTransId="{A6E39D7C-4222-43F5-A3AF-33101B44A4E7}"/>
    <dgm:cxn modelId="{DB694C4A-C398-4B02-A27C-016528D28129}" type="presOf" srcId="{8DC77615-836B-4316-8029-EE66C1C7C9B2}" destId="{8B39662C-D377-4511-AD23-448DC80E7B73}" srcOrd="0" destOrd="0" presId="urn:microsoft.com/office/officeart/2005/8/layout/list1"/>
    <dgm:cxn modelId="{20F51F59-1180-4C86-88E6-ECA0116126A0}" type="presOf" srcId="{8DC77615-836B-4316-8029-EE66C1C7C9B2}" destId="{AB7CDC87-9A1E-4AC5-8AC2-198B9F873BEE}" srcOrd="1" destOrd="0" presId="urn:microsoft.com/office/officeart/2005/8/layout/list1"/>
    <dgm:cxn modelId="{B9BFE892-9EAD-4C38-8A1A-F12EBFDE6043}" srcId="{5670E72B-30F2-4F2E-AB72-AEAF2FD7C8BC}" destId="{70386006-5F5E-4805-8359-BFE56C316A91}" srcOrd="3" destOrd="0" parTransId="{45B94ECB-67A0-48A9-AA97-07C1C17BD315}" sibTransId="{291C7ADB-584C-443F-B68B-6BFF0B38AE2E}"/>
    <dgm:cxn modelId="{EA43B79F-8E0D-4E6F-9E1E-8A0204D7259B}" type="presOf" srcId="{D037A3B4-59F6-4FB2-A896-D468EE259D74}" destId="{4C3DC612-E02B-4242-A8B3-6DDC130B820B}" srcOrd="0" destOrd="0" presId="urn:microsoft.com/office/officeart/2005/8/layout/list1"/>
    <dgm:cxn modelId="{7AC597A7-6DEC-499E-A7B5-79368075BD72}" type="presOf" srcId="{D037A3B4-59F6-4FB2-A896-D468EE259D74}" destId="{FFF863A4-FD3D-4572-A716-C5F34832E1CA}" srcOrd="1" destOrd="0" presId="urn:microsoft.com/office/officeart/2005/8/layout/list1"/>
    <dgm:cxn modelId="{E184E8AE-D001-41DB-9EBB-A50AE13A9BB0}" type="presOf" srcId="{70386006-5F5E-4805-8359-BFE56C316A91}" destId="{75AA3589-48EE-4D76-8642-B347C66C159E}" srcOrd="0" destOrd="0" presId="urn:microsoft.com/office/officeart/2005/8/layout/list1"/>
    <dgm:cxn modelId="{67F2C1C2-6153-4F48-925A-8AFE21683C75}" type="presOf" srcId="{A0A9E601-499F-4C14-B289-6483191B6FCD}" destId="{8DF85C3F-FA16-47ED-8B1E-DE094B503501}" srcOrd="0" destOrd="0" presId="urn:microsoft.com/office/officeart/2005/8/layout/list1"/>
    <dgm:cxn modelId="{C216A529-DF66-4D63-8FDB-8C4F0317EF8F}" type="presParOf" srcId="{82093FF9-A54C-463E-9E80-B1FC30D242C7}" destId="{9D4AD328-3EC7-43D8-84A0-B4B4790CC45E}" srcOrd="0" destOrd="0" presId="urn:microsoft.com/office/officeart/2005/8/layout/list1"/>
    <dgm:cxn modelId="{98E70B0D-91C6-4699-8001-80643A3F0A58}" type="presParOf" srcId="{9D4AD328-3EC7-43D8-84A0-B4B4790CC45E}" destId="{8B39662C-D377-4511-AD23-448DC80E7B73}" srcOrd="0" destOrd="0" presId="urn:microsoft.com/office/officeart/2005/8/layout/list1"/>
    <dgm:cxn modelId="{69805E71-44BF-4F2C-89D5-0D322CD5F57E}" type="presParOf" srcId="{9D4AD328-3EC7-43D8-84A0-B4B4790CC45E}" destId="{AB7CDC87-9A1E-4AC5-8AC2-198B9F873BEE}" srcOrd="1" destOrd="0" presId="urn:microsoft.com/office/officeart/2005/8/layout/list1"/>
    <dgm:cxn modelId="{B0F97171-5FB4-4881-93F1-727EEDDCFBB9}" type="presParOf" srcId="{82093FF9-A54C-463E-9E80-B1FC30D242C7}" destId="{05D55ED7-267D-4F34-AE21-F209298D116F}" srcOrd="1" destOrd="0" presId="urn:microsoft.com/office/officeart/2005/8/layout/list1"/>
    <dgm:cxn modelId="{63517509-8457-4DB4-B0BE-571160C07E8C}" type="presParOf" srcId="{82093FF9-A54C-463E-9E80-B1FC30D242C7}" destId="{C74E6A6E-E2C8-4A5E-9B4E-061243D3CF96}" srcOrd="2" destOrd="0" presId="urn:microsoft.com/office/officeart/2005/8/layout/list1"/>
    <dgm:cxn modelId="{341DBFF1-697A-4D61-997D-14486002FC11}" type="presParOf" srcId="{82093FF9-A54C-463E-9E80-B1FC30D242C7}" destId="{436CD48A-A507-4B2D-9FB9-1A481B8761FA}" srcOrd="3" destOrd="0" presId="urn:microsoft.com/office/officeart/2005/8/layout/list1"/>
    <dgm:cxn modelId="{C92F3768-EAC9-493C-B6D6-643A73BFCA3D}" type="presParOf" srcId="{82093FF9-A54C-463E-9E80-B1FC30D242C7}" destId="{9C22E9D9-CEF1-42BE-B862-2D27780B5FC0}" srcOrd="4" destOrd="0" presId="urn:microsoft.com/office/officeart/2005/8/layout/list1"/>
    <dgm:cxn modelId="{89630D79-7FFD-4C76-964F-00F9D45C2E3A}" type="presParOf" srcId="{9C22E9D9-CEF1-42BE-B862-2D27780B5FC0}" destId="{4C3DC612-E02B-4242-A8B3-6DDC130B820B}" srcOrd="0" destOrd="0" presId="urn:microsoft.com/office/officeart/2005/8/layout/list1"/>
    <dgm:cxn modelId="{0F9085F7-A81B-4A74-BA9B-B1247A41AAEC}" type="presParOf" srcId="{9C22E9D9-CEF1-42BE-B862-2D27780B5FC0}" destId="{FFF863A4-FD3D-4572-A716-C5F34832E1CA}" srcOrd="1" destOrd="0" presId="urn:microsoft.com/office/officeart/2005/8/layout/list1"/>
    <dgm:cxn modelId="{BE441DA9-E3DC-48B6-A645-DDFF7694DC18}" type="presParOf" srcId="{82093FF9-A54C-463E-9E80-B1FC30D242C7}" destId="{297E72CF-ACCB-4E75-92F1-FC37437C655E}" srcOrd="5" destOrd="0" presId="urn:microsoft.com/office/officeart/2005/8/layout/list1"/>
    <dgm:cxn modelId="{F742C2E7-6E32-4FAF-865B-0F3FEE655A61}" type="presParOf" srcId="{82093FF9-A54C-463E-9E80-B1FC30D242C7}" destId="{422A425E-404B-47F0-863E-3F472F99C290}" srcOrd="6" destOrd="0" presId="urn:microsoft.com/office/officeart/2005/8/layout/list1"/>
    <dgm:cxn modelId="{BE8EC14A-E53A-4DC4-9B6B-8A68110571B1}" type="presParOf" srcId="{82093FF9-A54C-463E-9E80-B1FC30D242C7}" destId="{A4377D9E-77DA-4209-8051-BF7CFA85188D}" srcOrd="7" destOrd="0" presId="urn:microsoft.com/office/officeart/2005/8/layout/list1"/>
    <dgm:cxn modelId="{FB12BD88-2C26-47B1-BF89-562C8DD3307E}" type="presParOf" srcId="{82093FF9-A54C-463E-9E80-B1FC30D242C7}" destId="{3D5EF3DF-BC84-408F-9C7B-C4555C00DEB5}" srcOrd="8" destOrd="0" presId="urn:microsoft.com/office/officeart/2005/8/layout/list1"/>
    <dgm:cxn modelId="{678842F5-A0BB-480D-9C0C-E541BE9DF7AD}" type="presParOf" srcId="{3D5EF3DF-BC84-408F-9C7B-C4555C00DEB5}" destId="{8DF85C3F-FA16-47ED-8B1E-DE094B503501}" srcOrd="0" destOrd="0" presId="urn:microsoft.com/office/officeart/2005/8/layout/list1"/>
    <dgm:cxn modelId="{65A2BEAE-F37E-470A-99B2-EDAC0A2B4AEB}" type="presParOf" srcId="{3D5EF3DF-BC84-408F-9C7B-C4555C00DEB5}" destId="{506E9D06-4F94-4DD0-B32E-F1F436C7237F}" srcOrd="1" destOrd="0" presId="urn:microsoft.com/office/officeart/2005/8/layout/list1"/>
    <dgm:cxn modelId="{10BCE100-F551-4120-8DAA-14F45DA66A08}" type="presParOf" srcId="{82093FF9-A54C-463E-9E80-B1FC30D242C7}" destId="{A585D5CD-0FDE-4F53-ACE4-C36AD6C77B63}" srcOrd="9" destOrd="0" presId="urn:microsoft.com/office/officeart/2005/8/layout/list1"/>
    <dgm:cxn modelId="{0E010FC2-0C1E-46D7-921C-40131F620997}" type="presParOf" srcId="{82093FF9-A54C-463E-9E80-B1FC30D242C7}" destId="{6FB02732-F2CB-4136-BDC8-B2181FECC275}" srcOrd="10" destOrd="0" presId="urn:microsoft.com/office/officeart/2005/8/layout/list1"/>
    <dgm:cxn modelId="{64B77829-AF6F-49DC-A744-BD05EC014B75}" type="presParOf" srcId="{82093FF9-A54C-463E-9E80-B1FC30D242C7}" destId="{DC4B49F2-5AB4-417F-B118-9F8AEA5C7A23}" srcOrd="11" destOrd="0" presId="urn:microsoft.com/office/officeart/2005/8/layout/list1"/>
    <dgm:cxn modelId="{947BDE70-3607-4E55-95E7-9C111E8B72E1}" type="presParOf" srcId="{82093FF9-A54C-463E-9E80-B1FC30D242C7}" destId="{BA554584-7BFA-421C-807D-757A600B1E29}" srcOrd="12" destOrd="0" presId="urn:microsoft.com/office/officeart/2005/8/layout/list1"/>
    <dgm:cxn modelId="{CC5B20CF-8D00-48F2-8E8C-87DC9B98BE65}" type="presParOf" srcId="{BA554584-7BFA-421C-807D-757A600B1E29}" destId="{75AA3589-48EE-4D76-8642-B347C66C159E}" srcOrd="0" destOrd="0" presId="urn:microsoft.com/office/officeart/2005/8/layout/list1"/>
    <dgm:cxn modelId="{72067772-ED68-4CF0-9A6E-DBFAC4C211BE}" type="presParOf" srcId="{BA554584-7BFA-421C-807D-757A600B1E29}" destId="{A405363F-9F77-46C0-8196-7B2B405E98DE}" srcOrd="1" destOrd="0" presId="urn:microsoft.com/office/officeart/2005/8/layout/list1"/>
    <dgm:cxn modelId="{6DBFB6F0-0D5C-4708-9662-579A2A7C7E4B}" type="presParOf" srcId="{82093FF9-A54C-463E-9E80-B1FC30D242C7}" destId="{1C41AF35-5D79-4564-A527-55E784C26FB7}" srcOrd="13" destOrd="0" presId="urn:microsoft.com/office/officeart/2005/8/layout/list1"/>
    <dgm:cxn modelId="{4D121A7F-E341-4736-B261-A43FBC5AF1FA}" type="presParOf" srcId="{82093FF9-A54C-463E-9E80-B1FC30D242C7}" destId="{43E70DD1-3BB9-4CD9-BF45-7907B6D3351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23F451-3181-4386-9742-AFF032B5FD55}" type="doc">
      <dgm:prSet loTypeId="urn:microsoft.com/office/officeart/2005/8/layout/lProcess3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45EBCFBE-0752-4200-8CB5-054067B7E577}">
      <dgm:prSet phldrT="[Text]"/>
      <dgm:spPr/>
      <dgm:t>
        <a:bodyPr/>
        <a:lstStyle/>
        <a:p>
          <a:r>
            <a:rPr lang="en-US" dirty="0"/>
            <a:t>Temperature</a:t>
          </a:r>
          <a:endParaRPr lang="en-GB" dirty="0"/>
        </a:p>
      </dgm:t>
    </dgm:pt>
    <dgm:pt modelId="{5C17E387-3514-4931-96EB-823ADEE49DEB}" type="parTrans" cxnId="{0B1BE37A-D10E-4FB1-A85A-7123BB78B5AB}">
      <dgm:prSet/>
      <dgm:spPr/>
      <dgm:t>
        <a:bodyPr/>
        <a:lstStyle/>
        <a:p>
          <a:endParaRPr lang="en-GB"/>
        </a:p>
      </dgm:t>
    </dgm:pt>
    <dgm:pt modelId="{2AC004F3-0F4F-4AC8-8E40-9E2BE55D315C}" type="sibTrans" cxnId="{0B1BE37A-D10E-4FB1-A85A-7123BB78B5AB}">
      <dgm:prSet/>
      <dgm:spPr/>
      <dgm:t>
        <a:bodyPr/>
        <a:lstStyle/>
        <a:p>
          <a:endParaRPr lang="en-GB"/>
        </a:p>
      </dgm:t>
    </dgm:pt>
    <dgm:pt modelId="{C745215D-B491-4A62-B0DF-A202885B0E1E}">
      <dgm:prSet phldrT="[Text]"/>
      <dgm:spPr/>
      <dgm:t>
        <a:bodyPr/>
        <a:lstStyle/>
        <a:p>
          <a:r>
            <a:rPr lang="en-US" dirty="0"/>
            <a:t>Calcium</a:t>
          </a:r>
          <a:endParaRPr lang="en-GB" dirty="0"/>
        </a:p>
      </dgm:t>
    </dgm:pt>
    <dgm:pt modelId="{7BEA93C7-A55E-43C4-B032-C215E22AC6FE}" type="parTrans" cxnId="{AAF8CEEE-30D9-4FCF-A058-A9F2864D4657}">
      <dgm:prSet/>
      <dgm:spPr/>
      <dgm:t>
        <a:bodyPr/>
        <a:lstStyle/>
        <a:p>
          <a:endParaRPr lang="en-GB"/>
        </a:p>
      </dgm:t>
    </dgm:pt>
    <dgm:pt modelId="{C61549F5-6F10-4246-88B0-E019FD74CEE7}" type="sibTrans" cxnId="{AAF8CEEE-30D9-4FCF-A058-A9F2864D4657}">
      <dgm:prSet/>
      <dgm:spPr/>
      <dgm:t>
        <a:bodyPr/>
        <a:lstStyle/>
        <a:p>
          <a:endParaRPr lang="en-GB"/>
        </a:p>
      </dgm:t>
    </dgm:pt>
    <dgm:pt modelId="{F9E43B24-BEA7-4578-94DE-06DE3D416D4D}">
      <dgm:prSet phldrT="[Text]"/>
      <dgm:spPr/>
      <dgm:t>
        <a:bodyPr/>
        <a:lstStyle/>
        <a:p>
          <a:r>
            <a:rPr lang="en-US" dirty="0"/>
            <a:t>Reversal of heparin/warfarin</a:t>
          </a:r>
          <a:endParaRPr lang="en-GB" dirty="0"/>
        </a:p>
      </dgm:t>
    </dgm:pt>
    <dgm:pt modelId="{65400156-1F95-461B-A853-EFCCBB788D4C}" type="parTrans" cxnId="{3453F9D6-84CA-4061-B920-26F0CE0D116B}">
      <dgm:prSet/>
      <dgm:spPr/>
      <dgm:t>
        <a:bodyPr/>
        <a:lstStyle/>
        <a:p>
          <a:endParaRPr lang="en-GB"/>
        </a:p>
      </dgm:t>
    </dgm:pt>
    <dgm:pt modelId="{801A57F9-E6DC-4994-AADB-4CD9357372E8}" type="sibTrans" cxnId="{3453F9D6-84CA-4061-B920-26F0CE0D116B}">
      <dgm:prSet/>
      <dgm:spPr/>
      <dgm:t>
        <a:bodyPr/>
        <a:lstStyle/>
        <a:p>
          <a:endParaRPr lang="en-GB"/>
        </a:p>
      </dgm:t>
    </dgm:pt>
    <dgm:pt modelId="{FEF38F30-8420-4470-99E1-DC0F6806A085}">
      <dgm:prSet phldrT="[Text]"/>
      <dgm:spPr/>
      <dgm:t>
        <a:bodyPr/>
        <a:lstStyle/>
        <a:p>
          <a:r>
            <a:rPr lang="en-US" dirty="0" err="1"/>
            <a:t>Cryo</a:t>
          </a:r>
          <a:r>
            <a:rPr lang="en-US" dirty="0"/>
            <a:t>/Fibrinogen</a:t>
          </a:r>
          <a:endParaRPr lang="en-GB" dirty="0"/>
        </a:p>
      </dgm:t>
    </dgm:pt>
    <dgm:pt modelId="{5B169C65-50BE-40EC-93FA-92C3C88D6EF0}" type="parTrans" cxnId="{2D4469C2-60FE-478E-B776-21287C07C78A}">
      <dgm:prSet/>
      <dgm:spPr/>
      <dgm:t>
        <a:bodyPr/>
        <a:lstStyle/>
        <a:p>
          <a:endParaRPr lang="en-GB"/>
        </a:p>
      </dgm:t>
    </dgm:pt>
    <dgm:pt modelId="{E7F79A62-3B7D-44B6-8B07-961F15D76DAD}" type="sibTrans" cxnId="{2D4469C2-60FE-478E-B776-21287C07C78A}">
      <dgm:prSet/>
      <dgm:spPr/>
      <dgm:t>
        <a:bodyPr/>
        <a:lstStyle/>
        <a:p>
          <a:endParaRPr lang="en-GB"/>
        </a:p>
      </dgm:t>
    </dgm:pt>
    <dgm:pt modelId="{48C39A56-C78F-4161-8A8B-B4A058BC0C8C}">
      <dgm:prSet phldrT="[Text]"/>
      <dgm:spPr/>
      <dgm:t>
        <a:bodyPr/>
        <a:lstStyle/>
        <a:p>
          <a:r>
            <a:rPr lang="en-GB" dirty="0"/>
            <a:t>FFP</a:t>
          </a:r>
        </a:p>
      </dgm:t>
    </dgm:pt>
    <dgm:pt modelId="{18308A1F-1238-4662-B8E0-588AA6D0FAA8}" type="parTrans" cxnId="{1EF46465-26B6-45CF-B9BE-6F31B2CED1FC}">
      <dgm:prSet/>
      <dgm:spPr/>
      <dgm:t>
        <a:bodyPr/>
        <a:lstStyle/>
        <a:p>
          <a:endParaRPr lang="en-GB"/>
        </a:p>
      </dgm:t>
    </dgm:pt>
    <dgm:pt modelId="{C51E56A3-5310-474C-B0ED-0683DB50F20E}" type="sibTrans" cxnId="{1EF46465-26B6-45CF-B9BE-6F31B2CED1FC}">
      <dgm:prSet/>
      <dgm:spPr/>
      <dgm:t>
        <a:bodyPr/>
        <a:lstStyle/>
        <a:p>
          <a:endParaRPr lang="en-GB"/>
        </a:p>
      </dgm:t>
    </dgm:pt>
    <dgm:pt modelId="{4540D900-C17F-4829-9FA2-946768AF71B3}">
      <dgm:prSet phldrT="[Text]"/>
      <dgm:spPr/>
      <dgm:t>
        <a:bodyPr/>
        <a:lstStyle/>
        <a:p>
          <a:r>
            <a:rPr lang="en-GB" dirty="0"/>
            <a:t>Platelets</a:t>
          </a:r>
        </a:p>
      </dgm:t>
    </dgm:pt>
    <dgm:pt modelId="{D2C169D4-6097-46A1-8B77-75360391E66B}" type="parTrans" cxnId="{07C25660-69D3-498B-BA04-D709D056B577}">
      <dgm:prSet/>
      <dgm:spPr/>
      <dgm:t>
        <a:bodyPr/>
        <a:lstStyle/>
        <a:p>
          <a:endParaRPr lang="en-GB"/>
        </a:p>
      </dgm:t>
    </dgm:pt>
    <dgm:pt modelId="{2F2987C2-D3F7-4655-97E1-914B1A9297F5}" type="sibTrans" cxnId="{07C25660-69D3-498B-BA04-D709D056B577}">
      <dgm:prSet/>
      <dgm:spPr/>
      <dgm:t>
        <a:bodyPr/>
        <a:lstStyle/>
        <a:p>
          <a:endParaRPr lang="en-GB"/>
        </a:p>
      </dgm:t>
    </dgm:pt>
    <dgm:pt modelId="{7B8AEE8D-A7ED-4662-8163-6B8A8C71B8AB}">
      <dgm:prSet phldrT="[Text]"/>
      <dgm:spPr/>
      <dgm:t>
        <a:bodyPr/>
        <a:lstStyle/>
        <a:p>
          <a:r>
            <a:rPr lang="en-US" dirty="0"/>
            <a:t>Surgeon</a:t>
          </a:r>
          <a:endParaRPr lang="en-GB" dirty="0"/>
        </a:p>
      </dgm:t>
    </dgm:pt>
    <dgm:pt modelId="{9F65828C-28EC-4573-B350-0836424D7186}" type="parTrans" cxnId="{F3F1E386-6C7D-4F28-9B4D-D53A78E0D616}">
      <dgm:prSet/>
      <dgm:spPr/>
      <dgm:t>
        <a:bodyPr/>
        <a:lstStyle/>
        <a:p>
          <a:endParaRPr lang="en-GB"/>
        </a:p>
      </dgm:t>
    </dgm:pt>
    <dgm:pt modelId="{CA66EAB5-86C5-4789-A1B4-D4753BC178CE}" type="sibTrans" cxnId="{F3F1E386-6C7D-4F28-9B4D-D53A78E0D616}">
      <dgm:prSet/>
      <dgm:spPr/>
      <dgm:t>
        <a:bodyPr/>
        <a:lstStyle/>
        <a:p>
          <a:endParaRPr lang="en-GB"/>
        </a:p>
      </dgm:t>
    </dgm:pt>
    <dgm:pt modelId="{EE21C453-815C-4CAD-8DB1-340D4A967FC4}">
      <dgm:prSet phldrT="[Text]"/>
      <dgm:spPr/>
      <dgm:t>
        <a:bodyPr/>
        <a:lstStyle/>
        <a:p>
          <a:r>
            <a:rPr lang="en-US" dirty="0"/>
            <a:t>Stop the bleeding</a:t>
          </a:r>
          <a:endParaRPr lang="en-GB" dirty="0"/>
        </a:p>
      </dgm:t>
    </dgm:pt>
    <dgm:pt modelId="{934787C9-F7F2-4C4D-B7FA-B691D2DA8D97}" type="parTrans" cxnId="{89F3E3DA-F63E-4E06-9242-69954C167936}">
      <dgm:prSet/>
      <dgm:spPr/>
      <dgm:t>
        <a:bodyPr/>
        <a:lstStyle/>
        <a:p>
          <a:endParaRPr lang="en-GB"/>
        </a:p>
      </dgm:t>
    </dgm:pt>
    <dgm:pt modelId="{EF66D8CA-AE73-46FB-8817-48A606F1E384}" type="sibTrans" cxnId="{89F3E3DA-F63E-4E06-9242-69954C167936}">
      <dgm:prSet/>
      <dgm:spPr/>
      <dgm:t>
        <a:bodyPr/>
        <a:lstStyle/>
        <a:p>
          <a:endParaRPr lang="en-GB"/>
        </a:p>
      </dgm:t>
    </dgm:pt>
    <dgm:pt modelId="{46615B7A-E69B-4CE0-B555-97679E464C73}">
      <dgm:prSet phldrT="[Text]"/>
      <dgm:spPr/>
      <dgm:t>
        <a:bodyPr/>
        <a:lstStyle/>
        <a:p>
          <a:r>
            <a:rPr lang="en-US" dirty="0"/>
            <a:t>Now</a:t>
          </a:r>
          <a:endParaRPr lang="en-GB" dirty="0"/>
        </a:p>
      </dgm:t>
    </dgm:pt>
    <dgm:pt modelId="{65562DD5-F07B-4C0E-AB84-CA02094602C7}" type="parTrans" cxnId="{C4104685-B321-45C7-AE44-86D3377E5340}">
      <dgm:prSet/>
      <dgm:spPr/>
      <dgm:t>
        <a:bodyPr/>
        <a:lstStyle/>
        <a:p>
          <a:endParaRPr lang="en-GB"/>
        </a:p>
      </dgm:t>
    </dgm:pt>
    <dgm:pt modelId="{A71B72C4-F25A-4216-BC28-E7F250B286E6}" type="sibTrans" cxnId="{C4104685-B321-45C7-AE44-86D3377E5340}">
      <dgm:prSet/>
      <dgm:spPr/>
      <dgm:t>
        <a:bodyPr/>
        <a:lstStyle/>
        <a:p>
          <a:endParaRPr lang="en-GB"/>
        </a:p>
      </dgm:t>
    </dgm:pt>
    <dgm:pt modelId="{A336E146-4D3E-477E-A5BB-0880371DD525}">
      <dgm:prSet phldrT="[Text]"/>
      <dgm:spPr/>
      <dgm:t>
        <a:bodyPr/>
        <a:lstStyle/>
        <a:p>
          <a:r>
            <a:rPr lang="en-US" dirty="0"/>
            <a:t>DDAVP(case reports)</a:t>
          </a:r>
          <a:endParaRPr lang="en-GB" dirty="0"/>
        </a:p>
      </dgm:t>
    </dgm:pt>
    <dgm:pt modelId="{3480CC8E-49CA-4D73-AD22-7E5DBD4072F7}" type="parTrans" cxnId="{CF088017-7854-47D4-AEFD-14DCB350E222}">
      <dgm:prSet/>
      <dgm:spPr/>
      <dgm:t>
        <a:bodyPr/>
        <a:lstStyle/>
        <a:p>
          <a:endParaRPr lang="en-GB"/>
        </a:p>
      </dgm:t>
    </dgm:pt>
    <dgm:pt modelId="{46AF7C0B-AC3A-46AD-A2AC-CDBAF2AD0675}" type="sibTrans" cxnId="{CF088017-7854-47D4-AEFD-14DCB350E222}">
      <dgm:prSet/>
      <dgm:spPr/>
      <dgm:t>
        <a:bodyPr/>
        <a:lstStyle/>
        <a:p>
          <a:endParaRPr lang="en-GB"/>
        </a:p>
      </dgm:t>
    </dgm:pt>
    <dgm:pt modelId="{158B8B77-4EF2-0147-A0ED-475EBE24449A}">
      <dgm:prSet phldrT="[Text]"/>
      <dgm:spPr/>
      <dgm:t>
        <a:bodyPr/>
        <a:lstStyle/>
        <a:p>
          <a:r>
            <a:rPr lang="en-US"/>
            <a:t>Tranexamic acid</a:t>
          </a:r>
          <a:endParaRPr lang="en-GB" dirty="0"/>
        </a:p>
      </dgm:t>
    </dgm:pt>
    <dgm:pt modelId="{9314DBAB-7F49-7A4E-99C4-B90599E72F65}" type="parTrans" cxnId="{807869F5-9171-5640-86BB-C07B0CCA46E6}">
      <dgm:prSet/>
      <dgm:spPr/>
    </dgm:pt>
    <dgm:pt modelId="{0DB2FA18-EDF5-2142-80A5-B1E34996C00F}" type="sibTrans" cxnId="{807869F5-9171-5640-86BB-C07B0CCA46E6}">
      <dgm:prSet/>
      <dgm:spPr/>
    </dgm:pt>
    <dgm:pt modelId="{DCF1832E-DE9A-4D37-928A-F4B9D927581F}" type="pres">
      <dgm:prSet presAssocID="{3D23F451-3181-4386-9742-AFF032B5FD5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B765A99-9EF9-444C-8C70-CE680ADB4B27}" type="pres">
      <dgm:prSet presAssocID="{45EBCFBE-0752-4200-8CB5-054067B7E577}" presName="horFlow" presStyleCnt="0"/>
      <dgm:spPr/>
    </dgm:pt>
    <dgm:pt modelId="{0329F582-1E5A-4028-AA55-89CB451384B9}" type="pres">
      <dgm:prSet presAssocID="{45EBCFBE-0752-4200-8CB5-054067B7E577}" presName="bigChev" presStyleLbl="node1" presStyleIdx="0" presStyleCnt="3"/>
      <dgm:spPr/>
    </dgm:pt>
    <dgm:pt modelId="{3A8E02AD-ECE4-4791-8E67-D9A28D750AA9}" type="pres">
      <dgm:prSet presAssocID="{7BEA93C7-A55E-43C4-B032-C215E22AC6FE}" presName="parTrans" presStyleCnt="0"/>
      <dgm:spPr/>
    </dgm:pt>
    <dgm:pt modelId="{652DF49F-D55B-45A6-B594-CAC6A586B367}" type="pres">
      <dgm:prSet presAssocID="{C745215D-B491-4A62-B0DF-A202885B0E1E}" presName="node" presStyleLbl="alignAccFollowNode1" presStyleIdx="0" presStyleCnt="8">
        <dgm:presLayoutVars>
          <dgm:bulletEnabled val="1"/>
        </dgm:presLayoutVars>
      </dgm:prSet>
      <dgm:spPr/>
    </dgm:pt>
    <dgm:pt modelId="{32B7DA08-E576-4363-9965-83287DBD2F10}" type="pres">
      <dgm:prSet presAssocID="{C61549F5-6F10-4246-88B0-E019FD74CEE7}" presName="sibTrans" presStyleCnt="0"/>
      <dgm:spPr/>
    </dgm:pt>
    <dgm:pt modelId="{D02E742E-66FA-4DA3-9E7F-51B537DE8875}" type="pres">
      <dgm:prSet presAssocID="{F9E43B24-BEA7-4578-94DE-06DE3D416D4D}" presName="node" presStyleLbl="alignAccFollowNode1" presStyleIdx="1" presStyleCnt="8">
        <dgm:presLayoutVars>
          <dgm:bulletEnabled val="1"/>
        </dgm:presLayoutVars>
      </dgm:prSet>
      <dgm:spPr/>
    </dgm:pt>
    <dgm:pt modelId="{3250AF1B-5B4B-4427-98D5-E93299E40FC1}" type="pres">
      <dgm:prSet presAssocID="{801A57F9-E6DC-4994-AADB-4CD9357372E8}" presName="sibTrans" presStyleCnt="0"/>
      <dgm:spPr/>
    </dgm:pt>
    <dgm:pt modelId="{C685BB83-EC9B-4E80-A26D-4BDA4DC1D6EB}" type="pres">
      <dgm:prSet presAssocID="{A336E146-4D3E-477E-A5BB-0880371DD525}" presName="node" presStyleLbl="alignAccFollowNode1" presStyleIdx="2" presStyleCnt="8">
        <dgm:presLayoutVars>
          <dgm:bulletEnabled val="1"/>
        </dgm:presLayoutVars>
      </dgm:prSet>
      <dgm:spPr/>
    </dgm:pt>
    <dgm:pt modelId="{EE5D5618-D7F1-4685-A192-0297FAC5F52D}" type="pres">
      <dgm:prSet presAssocID="{45EBCFBE-0752-4200-8CB5-054067B7E577}" presName="vSp" presStyleCnt="0"/>
      <dgm:spPr/>
    </dgm:pt>
    <dgm:pt modelId="{3B20B10D-96C4-43A2-931A-4852978642DE}" type="pres">
      <dgm:prSet presAssocID="{FEF38F30-8420-4470-99E1-DC0F6806A085}" presName="horFlow" presStyleCnt="0"/>
      <dgm:spPr/>
    </dgm:pt>
    <dgm:pt modelId="{C437CE17-14B0-4BAD-B102-694CE52370D0}" type="pres">
      <dgm:prSet presAssocID="{FEF38F30-8420-4470-99E1-DC0F6806A085}" presName="bigChev" presStyleLbl="node1" presStyleIdx="1" presStyleCnt="3"/>
      <dgm:spPr/>
    </dgm:pt>
    <dgm:pt modelId="{E4EDE19B-EB8D-D248-8658-9A89DBE66C2A}" type="pres">
      <dgm:prSet presAssocID="{9314DBAB-7F49-7A4E-99C4-B90599E72F65}" presName="parTrans" presStyleCnt="0"/>
      <dgm:spPr/>
    </dgm:pt>
    <dgm:pt modelId="{AE64DD37-9A81-EA42-A56B-072C77BDEC54}" type="pres">
      <dgm:prSet presAssocID="{158B8B77-4EF2-0147-A0ED-475EBE24449A}" presName="node" presStyleLbl="alignAccFollowNode1" presStyleIdx="3" presStyleCnt="8">
        <dgm:presLayoutVars>
          <dgm:bulletEnabled val="1"/>
        </dgm:presLayoutVars>
      </dgm:prSet>
      <dgm:spPr/>
    </dgm:pt>
    <dgm:pt modelId="{562CE3F6-E695-5142-88B0-EAFE4D32C551}" type="pres">
      <dgm:prSet presAssocID="{0DB2FA18-EDF5-2142-80A5-B1E34996C00F}" presName="sibTrans" presStyleCnt="0"/>
      <dgm:spPr/>
    </dgm:pt>
    <dgm:pt modelId="{D0B953E6-B579-4DD1-849F-3381CE24C139}" type="pres">
      <dgm:prSet presAssocID="{48C39A56-C78F-4161-8A8B-B4A058BC0C8C}" presName="node" presStyleLbl="alignAccFollowNode1" presStyleIdx="4" presStyleCnt="8">
        <dgm:presLayoutVars>
          <dgm:bulletEnabled val="1"/>
        </dgm:presLayoutVars>
      </dgm:prSet>
      <dgm:spPr/>
    </dgm:pt>
    <dgm:pt modelId="{4FCC9ED0-DBD6-4FBD-9C73-35D441853E85}" type="pres">
      <dgm:prSet presAssocID="{C51E56A3-5310-474C-B0ED-0683DB50F20E}" presName="sibTrans" presStyleCnt="0"/>
      <dgm:spPr/>
    </dgm:pt>
    <dgm:pt modelId="{810DE599-3EC8-4FEC-9161-C8220FB628F6}" type="pres">
      <dgm:prSet presAssocID="{4540D900-C17F-4829-9FA2-946768AF71B3}" presName="node" presStyleLbl="alignAccFollowNode1" presStyleIdx="5" presStyleCnt="8">
        <dgm:presLayoutVars>
          <dgm:bulletEnabled val="1"/>
        </dgm:presLayoutVars>
      </dgm:prSet>
      <dgm:spPr/>
    </dgm:pt>
    <dgm:pt modelId="{DC4A4BD6-2CBD-445C-A4A5-7CFCFA9B6C04}" type="pres">
      <dgm:prSet presAssocID="{FEF38F30-8420-4470-99E1-DC0F6806A085}" presName="vSp" presStyleCnt="0"/>
      <dgm:spPr/>
    </dgm:pt>
    <dgm:pt modelId="{9CBE078F-56E3-4BFE-8B39-93D8D2AFBAC9}" type="pres">
      <dgm:prSet presAssocID="{7B8AEE8D-A7ED-4662-8163-6B8A8C71B8AB}" presName="horFlow" presStyleCnt="0"/>
      <dgm:spPr/>
    </dgm:pt>
    <dgm:pt modelId="{7DC756E2-E00C-41B0-AF9B-BCCF7442266C}" type="pres">
      <dgm:prSet presAssocID="{7B8AEE8D-A7ED-4662-8163-6B8A8C71B8AB}" presName="bigChev" presStyleLbl="node1" presStyleIdx="2" presStyleCnt="3"/>
      <dgm:spPr/>
    </dgm:pt>
    <dgm:pt modelId="{2E96C55D-1927-4939-AB8E-604812014D79}" type="pres">
      <dgm:prSet presAssocID="{934787C9-F7F2-4C4D-B7FA-B691D2DA8D97}" presName="parTrans" presStyleCnt="0"/>
      <dgm:spPr/>
    </dgm:pt>
    <dgm:pt modelId="{6FFFA799-32D5-424C-9BD6-4A57124C5FB6}" type="pres">
      <dgm:prSet presAssocID="{EE21C453-815C-4CAD-8DB1-340D4A967FC4}" presName="node" presStyleLbl="alignAccFollowNode1" presStyleIdx="6" presStyleCnt="8">
        <dgm:presLayoutVars>
          <dgm:bulletEnabled val="1"/>
        </dgm:presLayoutVars>
      </dgm:prSet>
      <dgm:spPr/>
    </dgm:pt>
    <dgm:pt modelId="{9F62EBF2-B96B-49D5-AA4F-6BEF1BBFC1B5}" type="pres">
      <dgm:prSet presAssocID="{EF66D8CA-AE73-46FB-8817-48A606F1E384}" presName="sibTrans" presStyleCnt="0"/>
      <dgm:spPr/>
    </dgm:pt>
    <dgm:pt modelId="{9B3CE30D-E637-4745-AC97-A7BD2AC3AD24}" type="pres">
      <dgm:prSet presAssocID="{46615B7A-E69B-4CE0-B555-97679E464C73}" presName="node" presStyleLbl="alignAccFollowNode1" presStyleIdx="7" presStyleCnt="8">
        <dgm:presLayoutVars>
          <dgm:bulletEnabled val="1"/>
        </dgm:presLayoutVars>
      </dgm:prSet>
      <dgm:spPr/>
    </dgm:pt>
  </dgm:ptLst>
  <dgm:cxnLst>
    <dgm:cxn modelId="{AC5B0A03-4E38-4796-80AA-A6B26C58A0A0}" type="presOf" srcId="{4540D900-C17F-4829-9FA2-946768AF71B3}" destId="{810DE599-3EC8-4FEC-9161-C8220FB628F6}" srcOrd="0" destOrd="0" presId="urn:microsoft.com/office/officeart/2005/8/layout/lProcess3"/>
    <dgm:cxn modelId="{6D6BF705-D1E7-8A4B-8A29-AC543C012D45}" type="presOf" srcId="{158B8B77-4EF2-0147-A0ED-475EBE24449A}" destId="{AE64DD37-9A81-EA42-A56B-072C77BDEC54}" srcOrd="0" destOrd="0" presId="urn:microsoft.com/office/officeart/2005/8/layout/lProcess3"/>
    <dgm:cxn modelId="{859D0B06-9C2A-4357-85CF-2366B3C352D1}" type="presOf" srcId="{F9E43B24-BEA7-4578-94DE-06DE3D416D4D}" destId="{D02E742E-66FA-4DA3-9E7F-51B537DE8875}" srcOrd="0" destOrd="0" presId="urn:microsoft.com/office/officeart/2005/8/layout/lProcess3"/>
    <dgm:cxn modelId="{C0106C16-EAA1-42C1-8548-8133EDE07075}" type="presOf" srcId="{3D23F451-3181-4386-9742-AFF032B5FD55}" destId="{DCF1832E-DE9A-4D37-928A-F4B9D927581F}" srcOrd="0" destOrd="0" presId="urn:microsoft.com/office/officeart/2005/8/layout/lProcess3"/>
    <dgm:cxn modelId="{CF088017-7854-47D4-AEFD-14DCB350E222}" srcId="{45EBCFBE-0752-4200-8CB5-054067B7E577}" destId="{A336E146-4D3E-477E-A5BB-0880371DD525}" srcOrd="2" destOrd="0" parTransId="{3480CC8E-49CA-4D73-AD22-7E5DBD4072F7}" sibTransId="{46AF7C0B-AC3A-46AD-A2AC-CDBAF2AD0675}"/>
    <dgm:cxn modelId="{5C0C7C29-9FDA-4DF2-8B00-E1DABEB440A0}" type="presOf" srcId="{FEF38F30-8420-4470-99E1-DC0F6806A085}" destId="{C437CE17-14B0-4BAD-B102-694CE52370D0}" srcOrd="0" destOrd="0" presId="urn:microsoft.com/office/officeart/2005/8/layout/lProcess3"/>
    <dgm:cxn modelId="{30B3AE58-D055-465B-B571-DF8CE130946C}" type="presOf" srcId="{C745215D-B491-4A62-B0DF-A202885B0E1E}" destId="{652DF49F-D55B-45A6-B594-CAC6A586B367}" srcOrd="0" destOrd="0" presId="urn:microsoft.com/office/officeart/2005/8/layout/lProcess3"/>
    <dgm:cxn modelId="{07C25660-69D3-498B-BA04-D709D056B577}" srcId="{FEF38F30-8420-4470-99E1-DC0F6806A085}" destId="{4540D900-C17F-4829-9FA2-946768AF71B3}" srcOrd="2" destOrd="0" parTransId="{D2C169D4-6097-46A1-8B77-75360391E66B}" sibTransId="{2F2987C2-D3F7-4655-97E1-914B1A9297F5}"/>
    <dgm:cxn modelId="{1EF46465-26B6-45CF-B9BE-6F31B2CED1FC}" srcId="{FEF38F30-8420-4470-99E1-DC0F6806A085}" destId="{48C39A56-C78F-4161-8A8B-B4A058BC0C8C}" srcOrd="1" destOrd="0" parTransId="{18308A1F-1238-4662-B8E0-588AA6D0FAA8}" sibTransId="{C51E56A3-5310-474C-B0ED-0683DB50F20E}"/>
    <dgm:cxn modelId="{1EE91773-113F-4048-828C-901FFA1C418C}" type="presOf" srcId="{7B8AEE8D-A7ED-4662-8163-6B8A8C71B8AB}" destId="{7DC756E2-E00C-41B0-AF9B-BCCF7442266C}" srcOrd="0" destOrd="0" presId="urn:microsoft.com/office/officeart/2005/8/layout/lProcess3"/>
    <dgm:cxn modelId="{8E645478-AF4E-4F1C-AFD8-6212BDF59773}" type="presOf" srcId="{A336E146-4D3E-477E-A5BB-0880371DD525}" destId="{C685BB83-EC9B-4E80-A26D-4BDA4DC1D6EB}" srcOrd="0" destOrd="0" presId="urn:microsoft.com/office/officeart/2005/8/layout/lProcess3"/>
    <dgm:cxn modelId="{0B1BE37A-D10E-4FB1-A85A-7123BB78B5AB}" srcId="{3D23F451-3181-4386-9742-AFF032B5FD55}" destId="{45EBCFBE-0752-4200-8CB5-054067B7E577}" srcOrd="0" destOrd="0" parTransId="{5C17E387-3514-4931-96EB-823ADEE49DEB}" sibTransId="{2AC004F3-0F4F-4AC8-8E40-9E2BE55D315C}"/>
    <dgm:cxn modelId="{C4104685-B321-45C7-AE44-86D3377E5340}" srcId="{7B8AEE8D-A7ED-4662-8163-6B8A8C71B8AB}" destId="{46615B7A-E69B-4CE0-B555-97679E464C73}" srcOrd="1" destOrd="0" parTransId="{65562DD5-F07B-4C0E-AB84-CA02094602C7}" sibTransId="{A71B72C4-F25A-4216-BC28-E7F250B286E6}"/>
    <dgm:cxn modelId="{F3F1E386-6C7D-4F28-9B4D-D53A78E0D616}" srcId="{3D23F451-3181-4386-9742-AFF032B5FD55}" destId="{7B8AEE8D-A7ED-4662-8163-6B8A8C71B8AB}" srcOrd="2" destOrd="0" parTransId="{9F65828C-28EC-4573-B350-0836424D7186}" sibTransId="{CA66EAB5-86C5-4789-A1B4-D4753BC178CE}"/>
    <dgm:cxn modelId="{26DD7FAA-AA92-42A6-89F3-EB4E7FF60F6A}" type="presOf" srcId="{48C39A56-C78F-4161-8A8B-B4A058BC0C8C}" destId="{D0B953E6-B579-4DD1-849F-3381CE24C139}" srcOrd="0" destOrd="0" presId="urn:microsoft.com/office/officeart/2005/8/layout/lProcess3"/>
    <dgm:cxn modelId="{2D4469C2-60FE-478E-B776-21287C07C78A}" srcId="{3D23F451-3181-4386-9742-AFF032B5FD55}" destId="{FEF38F30-8420-4470-99E1-DC0F6806A085}" srcOrd="1" destOrd="0" parTransId="{5B169C65-50BE-40EC-93FA-92C3C88D6EF0}" sibTransId="{E7F79A62-3B7D-44B6-8B07-961F15D76DAD}"/>
    <dgm:cxn modelId="{67D932D0-AF99-4E52-A1A4-22F2B39ED4B2}" type="presOf" srcId="{45EBCFBE-0752-4200-8CB5-054067B7E577}" destId="{0329F582-1E5A-4028-AA55-89CB451384B9}" srcOrd="0" destOrd="0" presId="urn:microsoft.com/office/officeart/2005/8/layout/lProcess3"/>
    <dgm:cxn modelId="{3453F9D6-84CA-4061-B920-26F0CE0D116B}" srcId="{45EBCFBE-0752-4200-8CB5-054067B7E577}" destId="{F9E43B24-BEA7-4578-94DE-06DE3D416D4D}" srcOrd="1" destOrd="0" parTransId="{65400156-1F95-461B-A853-EFCCBB788D4C}" sibTransId="{801A57F9-E6DC-4994-AADB-4CD9357372E8}"/>
    <dgm:cxn modelId="{89F3E3DA-F63E-4E06-9242-69954C167936}" srcId="{7B8AEE8D-A7ED-4662-8163-6B8A8C71B8AB}" destId="{EE21C453-815C-4CAD-8DB1-340D4A967FC4}" srcOrd="0" destOrd="0" parTransId="{934787C9-F7F2-4C4D-B7FA-B691D2DA8D97}" sibTransId="{EF66D8CA-AE73-46FB-8817-48A606F1E384}"/>
    <dgm:cxn modelId="{AAF8CEEE-30D9-4FCF-A058-A9F2864D4657}" srcId="{45EBCFBE-0752-4200-8CB5-054067B7E577}" destId="{C745215D-B491-4A62-B0DF-A202885B0E1E}" srcOrd="0" destOrd="0" parTransId="{7BEA93C7-A55E-43C4-B032-C215E22AC6FE}" sibTransId="{C61549F5-6F10-4246-88B0-E019FD74CEE7}"/>
    <dgm:cxn modelId="{FCE8ADF2-0DEF-4ADD-BE4C-35D9D20D2CFC}" type="presOf" srcId="{EE21C453-815C-4CAD-8DB1-340D4A967FC4}" destId="{6FFFA799-32D5-424C-9BD6-4A57124C5FB6}" srcOrd="0" destOrd="0" presId="urn:microsoft.com/office/officeart/2005/8/layout/lProcess3"/>
    <dgm:cxn modelId="{7C26D1F3-6E79-4243-8291-B23EEA369B13}" type="presOf" srcId="{46615B7A-E69B-4CE0-B555-97679E464C73}" destId="{9B3CE30D-E637-4745-AC97-A7BD2AC3AD24}" srcOrd="0" destOrd="0" presId="urn:microsoft.com/office/officeart/2005/8/layout/lProcess3"/>
    <dgm:cxn modelId="{807869F5-9171-5640-86BB-C07B0CCA46E6}" srcId="{FEF38F30-8420-4470-99E1-DC0F6806A085}" destId="{158B8B77-4EF2-0147-A0ED-475EBE24449A}" srcOrd="0" destOrd="0" parTransId="{9314DBAB-7F49-7A4E-99C4-B90599E72F65}" sibTransId="{0DB2FA18-EDF5-2142-80A5-B1E34996C00F}"/>
    <dgm:cxn modelId="{D5AB68F6-79A7-4FA1-AC83-151BDFA90E47}" type="presParOf" srcId="{DCF1832E-DE9A-4D37-928A-F4B9D927581F}" destId="{0B765A99-9EF9-444C-8C70-CE680ADB4B27}" srcOrd="0" destOrd="0" presId="urn:microsoft.com/office/officeart/2005/8/layout/lProcess3"/>
    <dgm:cxn modelId="{86600C3F-D774-4B3C-97A0-CF9A78DCB150}" type="presParOf" srcId="{0B765A99-9EF9-444C-8C70-CE680ADB4B27}" destId="{0329F582-1E5A-4028-AA55-89CB451384B9}" srcOrd="0" destOrd="0" presId="urn:microsoft.com/office/officeart/2005/8/layout/lProcess3"/>
    <dgm:cxn modelId="{C13C73D7-6564-43D9-8919-EF84E232B640}" type="presParOf" srcId="{0B765A99-9EF9-444C-8C70-CE680ADB4B27}" destId="{3A8E02AD-ECE4-4791-8E67-D9A28D750AA9}" srcOrd="1" destOrd="0" presId="urn:microsoft.com/office/officeart/2005/8/layout/lProcess3"/>
    <dgm:cxn modelId="{3C57A97C-A1D4-4D23-9D03-823A47C2EEA1}" type="presParOf" srcId="{0B765A99-9EF9-444C-8C70-CE680ADB4B27}" destId="{652DF49F-D55B-45A6-B594-CAC6A586B367}" srcOrd="2" destOrd="0" presId="urn:microsoft.com/office/officeart/2005/8/layout/lProcess3"/>
    <dgm:cxn modelId="{151B5755-443F-4E6F-9774-045800196D39}" type="presParOf" srcId="{0B765A99-9EF9-444C-8C70-CE680ADB4B27}" destId="{32B7DA08-E576-4363-9965-83287DBD2F10}" srcOrd="3" destOrd="0" presId="urn:microsoft.com/office/officeart/2005/8/layout/lProcess3"/>
    <dgm:cxn modelId="{97657C94-5007-4853-A2A6-A9C23824D4FF}" type="presParOf" srcId="{0B765A99-9EF9-444C-8C70-CE680ADB4B27}" destId="{D02E742E-66FA-4DA3-9E7F-51B537DE8875}" srcOrd="4" destOrd="0" presId="urn:microsoft.com/office/officeart/2005/8/layout/lProcess3"/>
    <dgm:cxn modelId="{5DF66771-C5D0-43C0-A569-A9F64BED198F}" type="presParOf" srcId="{0B765A99-9EF9-444C-8C70-CE680ADB4B27}" destId="{3250AF1B-5B4B-4427-98D5-E93299E40FC1}" srcOrd="5" destOrd="0" presId="urn:microsoft.com/office/officeart/2005/8/layout/lProcess3"/>
    <dgm:cxn modelId="{5F621312-651C-4C0F-B35B-E7D2C23A35A3}" type="presParOf" srcId="{0B765A99-9EF9-444C-8C70-CE680ADB4B27}" destId="{C685BB83-EC9B-4E80-A26D-4BDA4DC1D6EB}" srcOrd="6" destOrd="0" presId="urn:microsoft.com/office/officeart/2005/8/layout/lProcess3"/>
    <dgm:cxn modelId="{25C771D6-FF01-405C-91E9-98DAB2FF50F4}" type="presParOf" srcId="{DCF1832E-DE9A-4D37-928A-F4B9D927581F}" destId="{EE5D5618-D7F1-4685-A192-0297FAC5F52D}" srcOrd="1" destOrd="0" presId="urn:microsoft.com/office/officeart/2005/8/layout/lProcess3"/>
    <dgm:cxn modelId="{A71D2D0C-CA89-4660-ADFC-8B5E2F93548A}" type="presParOf" srcId="{DCF1832E-DE9A-4D37-928A-F4B9D927581F}" destId="{3B20B10D-96C4-43A2-931A-4852978642DE}" srcOrd="2" destOrd="0" presId="urn:microsoft.com/office/officeart/2005/8/layout/lProcess3"/>
    <dgm:cxn modelId="{F6A02DF0-1879-44C5-B1FB-FE5E32D1C0CB}" type="presParOf" srcId="{3B20B10D-96C4-43A2-931A-4852978642DE}" destId="{C437CE17-14B0-4BAD-B102-694CE52370D0}" srcOrd="0" destOrd="0" presId="urn:microsoft.com/office/officeart/2005/8/layout/lProcess3"/>
    <dgm:cxn modelId="{60657C40-4AEE-3640-BE1C-A5BEC3EA8107}" type="presParOf" srcId="{3B20B10D-96C4-43A2-931A-4852978642DE}" destId="{E4EDE19B-EB8D-D248-8658-9A89DBE66C2A}" srcOrd="1" destOrd="0" presId="urn:microsoft.com/office/officeart/2005/8/layout/lProcess3"/>
    <dgm:cxn modelId="{9058AF9C-31F2-DA4B-AEFF-4A5C4AD37C54}" type="presParOf" srcId="{3B20B10D-96C4-43A2-931A-4852978642DE}" destId="{AE64DD37-9A81-EA42-A56B-072C77BDEC54}" srcOrd="2" destOrd="0" presId="urn:microsoft.com/office/officeart/2005/8/layout/lProcess3"/>
    <dgm:cxn modelId="{42012D08-E28B-9A4D-9F6B-6F87EC877A4C}" type="presParOf" srcId="{3B20B10D-96C4-43A2-931A-4852978642DE}" destId="{562CE3F6-E695-5142-88B0-EAFE4D32C551}" srcOrd="3" destOrd="0" presId="urn:microsoft.com/office/officeart/2005/8/layout/lProcess3"/>
    <dgm:cxn modelId="{461644CF-DC98-409B-86D6-27CBB10FC42B}" type="presParOf" srcId="{3B20B10D-96C4-43A2-931A-4852978642DE}" destId="{D0B953E6-B579-4DD1-849F-3381CE24C139}" srcOrd="4" destOrd="0" presId="urn:microsoft.com/office/officeart/2005/8/layout/lProcess3"/>
    <dgm:cxn modelId="{CDD151CF-E734-4207-ADD6-45A532628BA9}" type="presParOf" srcId="{3B20B10D-96C4-43A2-931A-4852978642DE}" destId="{4FCC9ED0-DBD6-4FBD-9C73-35D441853E85}" srcOrd="5" destOrd="0" presId="urn:microsoft.com/office/officeart/2005/8/layout/lProcess3"/>
    <dgm:cxn modelId="{5C159A2D-873F-4264-A439-0C35BB1AB973}" type="presParOf" srcId="{3B20B10D-96C4-43A2-931A-4852978642DE}" destId="{810DE599-3EC8-4FEC-9161-C8220FB628F6}" srcOrd="6" destOrd="0" presId="urn:microsoft.com/office/officeart/2005/8/layout/lProcess3"/>
    <dgm:cxn modelId="{02F6A6F9-5C62-42C8-92EC-BAFFE0FA2001}" type="presParOf" srcId="{DCF1832E-DE9A-4D37-928A-F4B9D927581F}" destId="{DC4A4BD6-2CBD-445C-A4A5-7CFCFA9B6C04}" srcOrd="3" destOrd="0" presId="urn:microsoft.com/office/officeart/2005/8/layout/lProcess3"/>
    <dgm:cxn modelId="{7C5AFC1B-F8DB-4B22-B5C4-1703106CD5B0}" type="presParOf" srcId="{DCF1832E-DE9A-4D37-928A-F4B9D927581F}" destId="{9CBE078F-56E3-4BFE-8B39-93D8D2AFBAC9}" srcOrd="4" destOrd="0" presId="urn:microsoft.com/office/officeart/2005/8/layout/lProcess3"/>
    <dgm:cxn modelId="{D3B13660-1D87-4D54-AFAB-65A86F6F5378}" type="presParOf" srcId="{9CBE078F-56E3-4BFE-8B39-93D8D2AFBAC9}" destId="{7DC756E2-E00C-41B0-AF9B-BCCF7442266C}" srcOrd="0" destOrd="0" presId="urn:microsoft.com/office/officeart/2005/8/layout/lProcess3"/>
    <dgm:cxn modelId="{7A0D86F3-F8EA-4B46-8796-ADC243F8A724}" type="presParOf" srcId="{9CBE078F-56E3-4BFE-8B39-93D8D2AFBAC9}" destId="{2E96C55D-1927-4939-AB8E-604812014D79}" srcOrd="1" destOrd="0" presId="urn:microsoft.com/office/officeart/2005/8/layout/lProcess3"/>
    <dgm:cxn modelId="{9B452D6C-E1F4-41D6-BD00-12DC21D0355D}" type="presParOf" srcId="{9CBE078F-56E3-4BFE-8B39-93D8D2AFBAC9}" destId="{6FFFA799-32D5-424C-9BD6-4A57124C5FB6}" srcOrd="2" destOrd="0" presId="urn:microsoft.com/office/officeart/2005/8/layout/lProcess3"/>
    <dgm:cxn modelId="{CCCA82EE-6C13-4C69-995C-3934821FB41A}" type="presParOf" srcId="{9CBE078F-56E3-4BFE-8B39-93D8D2AFBAC9}" destId="{9F62EBF2-B96B-49D5-AA4F-6BEF1BBFC1B5}" srcOrd="3" destOrd="0" presId="urn:microsoft.com/office/officeart/2005/8/layout/lProcess3"/>
    <dgm:cxn modelId="{74B509F7-E941-403B-8BF2-D4ECEEADE875}" type="presParOf" srcId="{9CBE078F-56E3-4BFE-8B39-93D8D2AFBAC9}" destId="{9B3CE30D-E637-4745-AC97-A7BD2AC3AD24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02E2B1-4097-4BFA-A02C-44033ADDDBBF}" type="doc">
      <dgm:prSet loTypeId="urn:microsoft.com/office/officeart/2009/3/layout/BlockDescending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CDA078-3D6E-4D65-B73F-022C0FF8A37C}">
      <dgm:prSet phldrT="[Text]"/>
      <dgm:spPr/>
      <dgm:t>
        <a:bodyPr/>
        <a:lstStyle/>
        <a:p>
          <a:r>
            <a:rPr lang="en-US" dirty="0"/>
            <a:t>Classic</a:t>
          </a:r>
        </a:p>
      </dgm:t>
    </dgm:pt>
    <dgm:pt modelId="{74BB28FF-C323-4788-A1DA-A6379D5670BB}" type="parTrans" cxnId="{EF88963E-938E-43B5-AD00-7601356D7B78}">
      <dgm:prSet/>
      <dgm:spPr/>
      <dgm:t>
        <a:bodyPr/>
        <a:lstStyle/>
        <a:p>
          <a:endParaRPr lang="en-US"/>
        </a:p>
      </dgm:t>
    </dgm:pt>
    <dgm:pt modelId="{28F3D2F9-20CC-4747-AB83-E5D91C3CDA6D}" type="sibTrans" cxnId="{EF88963E-938E-43B5-AD00-7601356D7B78}">
      <dgm:prSet/>
      <dgm:spPr/>
      <dgm:t>
        <a:bodyPr/>
        <a:lstStyle/>
        <a:p>
          <a:endParaRPr lang="en-US"/>
        </a:p>
      </dgm:t>
    </dgm:pt>
    <dgm:pt modelId="{10AEA06F-0D47-4E1D-A44D-E73678A65F77}">
      <dgm:prSet phldrT="[Text]"/>
      <dgm:spPr/>
      <dgm:t>
        <a:bodyPr/>
        <a:lstStyle/>
        <a:p>
          <a:r>
            <a:rPr lang="en-US" b="1" dirty="0"/>
            <a:t>Extreme preload loss</a:t>
          </a:r>
        </a:p>
      </dgm:t>
    </dgm:pt>
    <dgm:pt modelId="{40A5BA9A-FD63-402A-A78D-DE388D7C6ECD}" type="parTrans" cxnId="{E7223B5C-F4FE-4F22-A2AC-93B84F4F5075}">
      <dgm:prSet/>
      <dgm:spPr/>
      <dgm:t>
        <a:bodyPr/>
        <a:lstStyle/>
        <a:p>
          <a:endParaRPr lang="en-US"/>
        </a:p>
      </dgm:t>
    </dgm:pt>
    <dgm:pt modelId="{32FAEC5F-E9EC-44DB-B6C3-964112F6B1BA}" type="sibTrans" cxnId="{E7223B5C-F4FE-4F22-A2AC-93B84F4F5075}">
      <dgm:prSet/>
      <dgm:spPr/>
      <dgm:t>
        <a:bodyPr/>
        <a:lstStyle/>
        <a:p>
          <a:endParaRPr lang="en-US"/>
        </a:p>
      </dgm:t>
    </dgm:pt>
    <dgm:pt modelId="{DDBBE400-086F-4F6C-8F9B-665702B01FA6}">
      <dgm:prSet phldrT="[Text]"/>
      <dgm:spPr/>
      <dgm:t>
        <a:bodyPr/>
        <a:lstStyle/>
        <a:p>
          <a:r>
            <a:rPr lang="en-US" dirty="0"/>
            <a:t>Volume loading</a:t>
          </a:r>
        </a:p>
        <a:p>
          <a:r>
            <a:rPr lang="en-US" dirty="0"/>
            <a:t>Vasoactive meds</a:t>
          </a:r>
        </a:p>
        <a:p>
          <a:r>
            <a:rPr lang="en-US" dirty="0"/>
            <a:t>Calcium homeostasis</a:t>
          </a:r>
        </a:p>
      </dgm:t>
    </dgm:pt>
    <dgm:pt modelId="{636FA951-D373-4DDA-B0C6-F9406009AA0B}" type="parTrans" cxnId="{15D3EECB-5B65-4D01-8E74-FAA4239B41B1}">
      <dgm:prSet/>
      <dgm:spPr/>
      <dgm:t>
        <a:bodyPr/>
        <a:lstStyle/>
        <a:p>
          <a:endParaRPr lang="en-US"/>
        </a:p>
      </dgm:t>
    </dgm:pt>
    <dgm:pt modelId="{6A19F08B-D8F0-43F2-943F-C0F903F49D11}" type="sibTrans" cxnId="{15D3EECB-5B65-4D01-8E74-FAA4239B41B1}">
      <dgm:prSet/>
      <dgm:spPr/>
      <dgm:t>
        <a:bodyPr/>
        <a:lstStyle/>
        <a:p>
          <a:endParaRPr lang="en-US"/>
        </a:p>
      </dgm:t>
    </dgm:pt>
    <dgm:pt modelId="{BAF4BD38-B52D-4D18-8AA1-1579A35C0A23}">
      <dgm:prSet phldrT="[Text]"/>
      <dgm:spPr/>
      <dgm:t>
        <a:bodyPr/>
        <a:lstStyle/>
        <a:p>
          <a:r>
            <a:rPr lang="en-US" dirty="0"/>
            <a:t>Piggyback</a:t>
          </a:r>
        </a:p>
      </dgm:t>
    </dgm:pt>
    <dgm:pt modelId="{01C061DC-E0C5-4B29-BCAA-230EC284C180}" type="parTrans" cxnId="{1F7FC56F-5AB3-4088-9E03-E893874CAB4A}">
      <dgm:prSet/>
      <dgm:spPr/>
      <dgm:t>
        <a:bodyPr/>
        <a:lstStyle/>
        <a:p>
          <a:endParaRPr lang="en-US"/>
        </a:p>
      </dgm:t>
    </dgm:pt>
    <dgm:pt modelId="{F46439E5-6ED3-407D-83E0-AF21906BB2B5}" type="sibTrans" cxnId="{1F7FC56F-5AB3-4088-9E03-E893874CAB4A}">
      <dgm:prSet/>
      <dgm:spPr/>
      <dgm:t>
        <a:bodyPr/>
        <a:lstStyle/>
        <a:p>
          <a:endParaRPr lang="en-US"/>
        </a:p>
      </dgm:t>
    </dgm:pt>
    <dgm:pt modelId="{BFD88484-FF29-44D3-A1E2-26DCF3D9AB11}">
      <dgm:prSet phldrT="[Text]"/>
      <dgm:spPr/>
      <dgm:t>
        <a:bodyPr/>
        <a:lstStyle/>
        <a:p>
          <a:r>
            <a:rPr lang="en-US" b="1" dirty="0"/>
            <a:t>Better preserved preload</a:t>
          </a:r>
        </a:p>
        <a:p>
          <a:r>
            <a:rPr lang="en-US" dirty="0"/>
            <a:t>Lesser instability</a:t>
          </a:r>
        </a:p>
        <a:p>
          <a:endParaRPr lang="en-US" dirty="0"/>
        </a:p>
      </dgm:t>
    </dgm:pt>
    <dgm:pt modelId="{4ED99F81-1D3E-4009-8EAA-92D81C1D2EB1}" type="parTrans" cxnId="{8E894D31-E95C-4911-A2B2-A4A2EAE22615}">
      <dgm:prSet/>
      <dgm:spPr/>
      <dgm:t>
        <a:bodyPr/>
        <a:lstStyle/>
        <a:p>
          <a:endParaRPr lang="en-US"/>
        </a:p>
      </dgm:t>
    </dgm:pt>
    <dgm:pt modelId="{0D819036-7D2A-47EC-BC8D-F7CB3D2D1890}" type="sibTrans" cxnId="{8E894D31-E95C-4911-A2B2-A4A2EAE22615}">
      <dgm:prSet/>
      <dgm:spPr/>
      <dgm:t>
        <a:bodyPr/>
        <a:lstStyle/>
        <a:p>
          <a:endParaRPr lang="en-US"/>
        </a:p>
      </dgm:t>
    </dgm:pt>
    <dgm:pt modelId="{92DDA2EF-BC0C-4A3B-8540-800C37DAAB80}" type="pres">
      <dgm:prSet presAssocID="{4502E2B1-4097-4BFA-A02C-44033ADDDBBF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A1E926FD-09F9-4BE8-B867-50D9D2B95950}" type="pres">
      <dgm:prSet presAssocID="{EACDA078-3D6E-4D65-B73F-022C0FF8A37C}" presName="parentText_1" presStyleLbl="node1" presStyleIdx="0" presStyleCnt="2">
        <dgm:presLayoutVars>
          <dgm:chMax val="1"/>
          <dgm:chPref val="1"/>
          <dgm:bulletEnabled val="1"/>
        </dgm:presLayoutVars>
      </dgm:prSet>
      <dgm:spPr/>
    </dgm:pt>
    <dgm:pt modelId="{B1CB9BE5-5996-4683-AE11-844C3804AC45}" type="pres">
      <dgm:prSet presAssocID="{EACDA078-3D6E-4D65-B73F-022C0FF8A37C}" presName="childText_1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18B9D532-9135-47BF-8681-5500D5E559C1}" type="pres">
      <dgm:prSet presAssocID="{EACDA078-3D6E-4D65-B73F-022C0FF8A37C}" presName="accentShape_1" presStyleCnt="0"/>
      <dgm:spPr/>
    </dgm:pt>
    <dgm:pt modelId="{7CAB4725-F01A-4CD0-9051-6C23E48C46CF}" type="pres">
      <dgm:prSet presAssocID="{EACDA078-3D6E-4D65-B73F-022C0FF8A37C}" presName="imageRepeatNode" presStyleLbl="node1" presStyleIdx="0" presStyleCnt="2"/>
      <dgm:spPr/>
    </dgm:pt>
    <dgm:pt modelId="{E2A3EFC6-9FF0-49DD-828C-ACD55A2A6D63}" type="pres">
      <dgm:prSet presAssocID="{BAF4BD38-B52D-4D18-8AA1-1579A35C0A23}" presName="parentText_2" presStyleLbl="node1" presStyleIdx="0" presStyleCnt="2">
        <dgm:presLayoutVars>
          <dgm:chMax val="1"/>
          <dgm:chPref val="1"/>
          <dgm:bulletEnabled val="1"/>
        </dgm:presLayoutVars>
      </dgm:prSet>
      <dgm:spPr/>
    </dgm:pt>
    <dgm:pt modelId="{2CC41E44-49F5-4C88-86F1-B019C9895778}" type="pres">
      <dgm:prSet presAssocID="{BAF4BD38-B52D-4D18-8AA1-1579A35C0A23}" presName="childText_2" presStyleLbl="node2" presStyleIdx="0" presStyleCnt="0">
        <dgm:presLayoutVars>
          <dgm:chMax val="0"/>
          <dgm:chPref val="0"/>
          <dgm:bulletEnabled val="1"/>
        </dgm:presLayoutVars>
      </dgm:prSet>
      <dgm:spPr/>
    </dgm:pt>
    <dgm:pt modelId="{FCF757DD-44BA-49AE-B5C4-4FC0BA8F531D}" type="pres">
      <dgm:prSet presAssocID="{BAF4BD38-B52D-4D18-8AA1-1579A35C0A23}" presName="accentShape_2" presStyleCnt="0"/>
      <dgm:spPr/>
    </dgm:pt>
    <dgm:pt modelId="{A83CC683-F313-4251-80B9-893DF4386341}" type="pres">
      <dgm:prSet presAssocID="{BAF4BD38-B52D-4D18-8AA1-1579A35C0A23}" presName="imageRepeatNode" presStyleLbl="node1" presStyleIdx="1" presStyleCnt="2"/>
      <dgm:spPr/>
    </dgm:pt>
  </dgm:ptLst>
  <dgm:cxnLst>
    <dgm:cxn modelId="{BF11F42A-2F25-4FEE-8B0D-0D3F690052DD}" type="presOf" srcId="{DDBBE400-086F-4F6C-8F9B-665702B01FA6}" destId="{B1CB9BE5-5996-4683-AE11-844C3804AC45}" srcOrd="0" destOrd="1" presId="urn:microsoft.com/office/officeart/2009/3/layout/BlockDescendingList"/>
    <dgm:cxn modelId="{E216E32C-AB1A-47B6-8D3D-2E5DBD22D8F5}" type="presOf" srcId="{BFD88484-FF29-44D3-A1E2-26DCF3D9AB11}" destId="{2CC41E44-49F5-4C88-86F1-B019C9895778}" srcOrd="0" destOrd="0" presId="urn:microsoft.com/office/officeart/2009/3/layout/BlockDescendingList"/>
    <dgm:cxn modelId="{8E894D31-E95C-4911-A2B2-A4A2EAE22615}" srcId="{BAF4BD38-B52D-4D18-8AA1-1579A35C0A23}" destId="{BFD88484-FF29-44D3-A1E2-26DCF3D9AB11}" srcOrd="0" destOrd="0" parTransId="{4ED99F81-1D3E-4009-8EAA-92D81C1D2EB1}" sibTransId="{0D819036-7D2A-47EC-BC8D-F7CB3D2D1890}"/>
    <dgm:cxn modelId="{EF88963E-938E-43B5-AD00-7601356D7B78}" srcId="{4502E2B1-4097-4BFA-A02C-44033ADDDBBF}" destId="{EACDA078-3D6E-4D65-B73F-022C0FF8A37C}" srcOrd="0" destOrd="0" parTransId="{74BB28FF-C323-4788-A1DA-A6379D5670BB}" sibTransId="{28F3D2F9-20CC-4747-AB83-E5D91C3CDA6D}"/>
    <dgm:cxn modelId="{E7223B5C-F4FE-4F22-A2AC-93B84F4F5075}" srcId="{EACDA078-3D6E-4D65-B73F-022C0FF8A37C}" destId="{10AEA06F-0D47-4E1D-A44D-E73678A65F77}" srcOrd="0" destOrd="0" parTransId="{40A5BA9A-FD63-402A-A78D-DE388D7C6ECD}" sibTransId="{32FAEC5F-E9EC-44DB-B6C3-964112F6B1BA}"/>
    <dgm:cxn modelId="{1F7FC56F-5AB3-4088-9E03-E893874CAB4A}" srcId="{4502E2B1-4097-4BFA-A02C-44033ADDDBBF}" destId="{BAF4BD38-B52D-4D18-8AA1-1579A35C0A23}" srcOrd="1" destOrd="0" parTransId="{01C061DC-E0C5-4B29-BCAA-230EC284C180}" sibTransId="{F46439E5-6ED3-407D-83E0-AF21906BB2B5}"/>
    <dgm:cxn modelId="{396C557B-5611-4989-9D4C-66783996F413}" type="presOf" srcId="{4502E2B1-4097-4BFA-A02C-44033ADDDBBF}" destId="{92DDA2EF-BC0C-4A3B-8540-800C37DAAB80}" srcOrd="0" destOrd="0" presId="urn:microsoft.com/office/officeart/2009/3/layout/BlockDescendingList"/>
    <dgm:cxn modelId="{0D234E8D-437B-45CE-8304-FD9812F99EB9}" type="presOf" srcId="{BAF4BD38-B52D-4D18-8AA1-1579A35C0A23}" destId="{E2A3EFC6-9FF0-49DD-828C-ACD55A2A6D63}" srcOrd="0" destOrd="0" presId="urn:microsoft.com/office/officeart/2009/3/layout/BlockDescendingList"/>
    <dgm:cxn modelId="{7F270192-B66D-4C17-9831-8FEEAFF5FD35}" type="presOf" srcId="{BAF4BD38-B52D-4D18-8AA1-1579A35C0A23}" destId="{A83CC683-F313-4251-80B9-893DF4386341}" srcOrd="1" destOrd="0" presId="urn:microsoft.com/office/officeart/2009/3/layout/BlockDescendingList"/>
    <dgm:cxn modelId="{0DD07EAA-EAC9-4C55-91B9-449601B3916F}" type="presOf" srcId="{10AEA06F-0D47-4E1D-A44D-E73678A65F77}" destId="{B1CB9BE5-5996-4683-AE11-844C3804AC45}" srcOrd="0" destOrd="0" presId="urn:microsoft.com/office/officeart/2009/3/layout/BlockDescendingList"/>
    <dgm:cxn modelId="{15D3EECB-5B65-4D01-8E74-FAA4239B41B1}" srcId="{EACDA078-3D6E-4D65-B73F-022C0FF8A37C}" destId="{DDBBE400-086F-4F6C-8F9B-665702B01FA6}" srcOrd="1" destOrd="0" parTransId="{636FA951-D373-4DDA-B0C6-F9406009AA0B}" sibTransId="{6A19F08B-D8F0-43F2-943F-C0F903F49D11}"/>
    <dgm:cxn modelId="{2E9F75EB-BBC4-486D-8206-D30D6C1F4399}" type="presOf" srcId="{EACDA078-3D6E-4D65-B73F-022C0FF8A37C}" destId="{7CAB4725-F01A-4CD0-9051-6C23E48C46CF}" srcOrd="1" destOrd="0" presId="urn:microsoft.com/office/officeart/2009/3/layout/BlockDescendingList"/>
    <dgm:cxn modelId="{77C706F6-8722-42A0-BA72-A5CB86A200AB}" type="presOf" srcId="{EACDA078-3D6E-4D65-B73F-022C0FF8A37C}" destId="{A1E926FD-09F9-4BE8-B867-50D9D2B95950}" srcOrd="0" destOrd="0" presId="urn:microsoft.com/office/officeart/2009/3/layout/BlockDescendingList"/>
    <dgm:cxn modelId="{2E16E87A-4104-44E8-AB9E-D60628C85156}" type="presParOf" srcId="{92DDA2EF-BC0C-4A3B-8540-800C37DAAB80}" destId="{A1E926FD-09F9-4BE8-B867-50D9D2B95950}" srcOrd="0" destOrd="0" presId="urn:microsoft.com/office/officeart/2009/3/layout/BlockDescendingList"/>
    <dgm:cxn modelId="{C8ED770C-8776-4CCC-B553-BC8911DD51C5}" type="presParOf" srcId="{92DDA2EF-BC0C-4A3B-8540-800C37DAAB80}" destId="{B1CB9BE5-5996-4683-AE11-844C3804AC45}" srcOrd="1" destOrd="0" presId="urn:microsoft.com/office/officeart/2009/3/layout/BlockDescendingList"/>
    <dgm:cxn modelId="{B7C88681-8C53-476A-8488-11FF7729601C}" type="presParOf" srcId="{92DDA2EF-BC0C-4A3B-8540-800C37DAAB80}" destId="{18B9D532-9135-47BF-8681-5500D5E559C1}" srcOrd="2" destOrd="0" presId="urn:microsoft.com/office/officeart/2009/3/layout/BlockDescendingList"/>
    <dgm:cxn modelId="{5EC32B8D-3D04-4D13-A7DD-F699566D665A}" type="presParOf" srcId="{18B9D532-9135-47BF-8681-5500D5E559C1}" destId="{7CAB4725-F01A-4CD0-9051-6C23E48C46CF}" srcOrd="0" destOrd="0" presId="urn:microsoft.com/office/officeart/2009/3/layout/BlockDescendingList"/>
    <dgm:cxn modelId="{D7CE8C7A-8318-480A-91B1-C164305435ED}" type="presParOf" srcId="{92DDA2EF-BC0C-4A3B-8540-800C37DAAB80}" destId="{E2A3EFC6-9FF0-49DD-828C-ACD55A2A6D63}" srcOrd="3" destOrd="0" presId="urn:microsoft.com/office/officeart/2009/3/layout/BlockDescendingList"/>
    <dgm:cxn modelId="{1F51B2F0-6599-4303-BCDF-283251B2D835}" type="presParOf" srcId="{92DDA2EF-BC0C-4A3B-8540-800C37DAAB80}" destId="{2CC41E44-49F5-4C88-86F1-B019C9895778}" srcOrd="4" destOrd="0" presId="urn:microsoft.com/office/officeart/2009/3/layout/BlockDescendingList"/>
    <dgm:cxn modelId="{E91F14D8-A907-4003-84E3-83BDA01E3707}" type="presParOf" srcId="{92DDA2EF-BC0C-4A3B-8540-800C37DAAB80}" destId="{FCF757DD-44BA-49AE-B5C4-4FC0BA8F531D}" srcOrd="5" destOrd="0" presId="urn:microsoft.com/office/officeart/2009/3/layout/BlockDescendingList"/>
    <dgm:cxn modelId="{14BAB7E1-E879-420A-BFE2-F3D8E19AF91E}" type="presParOf" srcId="{FCF757DD-44BA-49AE-B5C4-4FC0BA8F531D}" destId="{A83CC683-F313-4251-80B9-893DF4386341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263EB1-78E8-44FE-8964-BD46075DB81D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17BB74-2358-40C0-BD0B-413301E43B5E}">
      <dgm:prSet phldrT="[Text]"/>
      <dgm:spPr/>
      <dgm:t>
        <a:bodyPr/>
        <a:lstStyle/>
        <a:p>
          <a:r>
            <a:rPr lang="en-US" dirty="0"/>
            <a:t>Hypotension</a:t>
          </a:r>
        </a:p>
      </dgm:t>
    </dgm:pt>
    <dgm:pt modelId="{90890680-A78F-43A8-B9AE-F817E961DC13}" type="parTrans" cxnId="{09723EBB-53BE-4B3E-B5A0-923F2704A2C8}">
      <dgm:prSet/>
      <dgm:spPr/>
      <dgm:t>
        <a:bodyPr/>
        <a:lstStyle/>
        <a:p>
          <a:endParaRPr lang="en-US"/>
        </a:p>
      </dgm:t>
    </dgm:pt>
    <dgm:pt modelId="{4793031C-1476-4329-B150-060AC3ACD73C}" type="sibTrans" cxnId="{09723EBB-53BE-4B3E-B5A0-923F2704A2C8}">
      <dgm:prSet/>
      <dgm:spPr/>
      <dgm:t>
        <a:bodyPr/>
        <a:lstStyle/>
        <a:p>
          <a:endParaRPr lang="en-US"/>
        </a:p>
      </dgm:t>
    </dgm:pt>
    <dgm:pt modelId="{824A3659-4675-44D5-9DCA-871325FA9B1F}">
      <dgm:prSet phldrT="[Text]"/>
      <dgm:spPr/>
      <dgm:t>
        <a:bodyPr/>
        <a:lstStyle/>
        <a:p>
          <a:r>
            <a:rPr lang="en-US" dirty="0"/>
            <a:t>Fluids- Vasopressors</a:t>
          </a:r>
        </a:p>
      </dgm:t>
    </dgm:pt>
    <dgm:pt modelId="{1F872788-4ED1-4802-9E2B-64764821E2CA}" type="parTrans" cxnId="{9DB8AC6A-7B94-44D0-A704-6241E9EC90BF}">
      <dgm:prSet/>
      <dgm:spPr/>
      <dgm:t>
        <a:bodyPr/>
        <a:lstStyle/>
        <a:p>
          <a:endParaRPr lang="en-US"/>
        </a:p>
      </dgm:t>
    </dgm:pt>
    <dgm:pt modelId="{9FCD3824-5B9D-4A22-A9E0-09264E15F9D9}" type="sibTrans" cxnId="{9DB8AC6A-7B94-44D0-A704-6241E9EC90BF}">
      <dgm:prSet/>
      <dgm:spPr/>
      <dgm:t>
        <a:bodyPr/>
        <a:lstStyle/>
        <a:p>
          <a:endParaRPr lang="en-US"/>
        </a:p>
      </dgm:t>
    </dgm:pt>
    <dgm:pt modelId="{F164C1D2-CCAF-4BE0-AF89-A74E9A7D9E78}">
      <dgm:prSet phldrT="[Text]"/>
      <dgm:spPr/>
      <dgm:t>
        <a:bodyPr/>
        <a:lstStyle/>
        <a:p>
          <a:r>
            <a:rPr lang="en-US" dirty="0"/>
            <a:t>Acidosis</a:t>
          </a:r>
        </a:p>
      </dgm:t>
    </dgm:pt>
    <dgm:pt modelId="{A5F86079-3141-45AB-B00F-54D258400FCA}" type="parTrans" cxnId="{D56BD9D1-1235-4593-82EB-0785BD0B2E98}">
      <dgm:prSet/>
      <dgm:spPr/>
      <dgm:t>
        <a:bodyPr/>
        <a:lstStyle/>
        <a:p>
          <a:endParaRPr lang="en-US"/>
        </a:p>
      </dgm:t>
    </dgm:pt>
    <dgm:pt modelId="{B88E6D60-75DD-47FC-B0FD-BB9E1B9BF286}" type="sibTrans" cxnId="{D56BD9D1-1235-4593-82EB-0785BD0B2E98}">
      <dgm:prSet/>
      <dgm:spPr/>
      <dgm:t>
        <a:bodyPr/>
        <a:lstStyle/>
        <a:p>
          <a:endParaRPr lang="en-US"/>
        </a:p>
      </dgm:t>
    </dgm:pt>
    <dgm:pt modelId="{26119AE8-3480-4DAB-BE4C-ABD561D1B204}">
      <dgm:prSet phldrT="[Text]"/>
      <dgm:spPr/>
      <dgm:t>
        <a:bodyPr/>
        <a:lstStyle/>
        <a:p>
          <a:r>
            <a:rPr lang="en-US" dirty="0"/>
            <a:t>Bicarbonate infusion(pH)</a:t>
          </a:r>
        </a:p>
      </dgm:t>
    </dgm:pt>
    <dgm:pt modelId="{C2F9B9F3-2308-425E-AFFD-339A0862D731}" type="parTrans" cxnId="{D90D4C5E-2AF7-4262-963C-2D4045C4830B}">
      <dgm:prSet/>
      <dgm:spPr/>
      <dgm:t>
        <a:bodyPr/>
        <a:lstStyle/>
        <a:p>
          <a:endParaRPr lang="en-US"/>
        </a:p>
      </dgm:t>
    </dgm:pt>
    <dgm:pt modelId="{75686A1D-9D08-4BA3-96C7-EF98741B5C7A}" type="sibTrans" cxnId="{D90D4C5E-2AF7-4262-963C-2D4045C4830B}">
      <dgm:prSet/>
      <dgm:spPr/>
      <dgm:t>
        <a:bodyPr/>
        <a:lstStyle/>
        <a:p>
          <a:endParaRPr lang="en-US"/>
        </a:p>
      </dgm:t>
    </dgm:pt>
    <dgm:pt modelId="{AED4D109-F7CF-4580-A108-E9CFB6EB1790}">
      <dgm:prSet phldrT="[Text]"/>
      <dgm:spPr/>
      <dgm:t>
        <a:bodyPr/>
        <a:lstStyle/>
        <a:p>
          <a:r>
            <a:rPr lang="en-US" dirty="0"/>
            <a:t>Hyperventilate briefly</a:t>
          </a:r>
        </a:p>
      </dgm:t>
    </dgm:pt>
    <dgm:pt modelId="{1586C1F1-1A44-4182-B902-859BB7F90742}" type="parTrans" cxnId="{070FAC68-DC9C-463D-BC76-B00207C1F9AD}">
      <dgm:prSet/>
      <dgm:spPr/>
      <dgm:t>
        <a:bodyPr/>
        <a:lstStyle/>
        <a:p>
          <a:endParaRPr lang="en-US"/>
        </a:p>
      </dgm:t>
    </dgm:pt>
    <dgm:pt modelId="{E19606BD-3988-4BE2-98B3-A3ECB71BDF74}" type="sibTrans" cxnId="{070FAC68-DC9C-463D-BC76-B00207C1F9AD}">
      <dgm:prSet/>
      <dgm:spPr/>
      <dgm:t>
        <a:bodyPr/>
        <a:lstStyle/>
        <a:p>
          <a:endParaRPr lang="en-US"/>
        </a:p>
      </dgm:t>
    </dgm:pt>
    <dgm:pt modelId="{5E7A7B95-0831-4BDA-987E-486597359131}">
      <dgm:prSet phldrT="[Text]"/>
      <dgm:spPr/>
      <dgm:t>
        <a:bodyPr/>
        <a:lstStyle/>
        <a:p>
          <a:r>
            <a:rPr lang="en-US" dirty="0"/>
            <a:t>Hyperkalemia</a:t>
          </a:r>
        </a:p>
        <a:p>
          <a:r>
            <a:rPr lang="en-US" dirty="0" err="1"/>
            <a:t>Hypocalcemia</a:t>
          </a:r>
          <a:endParaRPr lang="en-US" dirty="0"/>
        </a:p>
      </dgm:t>
    </dgm:pt>
    <dgm:pt modelId="{CC37200D-6C79-42B1-8B8A-5745E826902E}" type="parTrans" cxnId="{46CD469B-E211-44E0-939F-3C188CB8D82C}">
      <dgm:prSet/>
      <dgm:spPr/>
      <dgm:t>
        <a:bodyPr/>
        <a:lstStyle/>
        <a:p>
          <a:endParaRPr lang="en-US"/>
        </a:p>
      </dgm:t>
    </dgm:pt>
    <dgm:pt modelId="{D6DF4170-E5FE-4CD0-AA16-7B689F9996F0}" type="sibTrans" cxnId="{46CD469B-E211-44E0-939F-3C188CB8D82C}">
      <dgm:prSet/>
      <dgm:spPr/>
      <dgm:t>
        <a:bodyPr/>
        <a:lstStyle/>
        <a:p>
          <a:endParaRPr lang="en-US"/>
        </a:p>
      </dgm:t>
    </dgm:pt>
    <dgm:pt modelId="{135FE724-D980-4CC6-A2C4-1072A80372CE}">
      <dgm:prSet phldrT="[Text]"/>
      <dgm:spPr/>
      <dgm:t>
        <a:bodyPr/>
        <a:lstStyle/>
        <a:p>
          <a:r>
            <a:rPr lang="en-US" dirty="0"/>
            <a:t>Insulin/Glucose, </a:t>
          </a:r>
          <a:r>
            <a:rPr lang="en-US" dirty="0" err="1"/>
            <a:t>Bicarb</a:t>
          </a:r>
          <a:endParaRPr lang="en-US" dirty="0"/>
        </a:p>
      </dgm:t>
    </dgm:pt>
    <dgm:pt modelId="{DEBC51EC-24DD-4E18-AE01-DFC84E6201FF}" type="parTrans" cxnId="{96150FE0-BDCB-4248-AE9C-6C1200C41F03}">
      <dgm:prSet/>
      <dgm:spPr/>
      <dgm:t>
        <a:bodyPr/>
        <a:lstStyle/>
        <a:p>
          <a:endParaRPr lang="en-US"/>
        </a:p>
      </dgm:t>
    </dgm:pt>
    <dgm:pt modelId="{2254FFBB-1C92-48C6-9A64-9539668B897B}" type="sibTrans" cxnId="{96150FE0-BDCB-4248-AE9C-6C1200C41F03}">
      <dgm:prSet/>
      <dgm:spPr/>
      <dgm:t>
        <a:bodyPr/>
        <a:lstStyle/>
        <a:p>
          <a:endParaRPr lang="en-US"/>
        </a:p>
      </dgm:t>
    </dgm:pt>
    <dgm:pt modelId="{B5A3E6D7-F942-4DC1-BD1E-9DA657FBD18D}">
      <dgm:prSet phldrT="[Text]"/>
      <dgm:spPr/>
      <dgm:t>
        <a:bodyPr/>
        <a:lstStyle/>
        <a:p>
          <a:r>
            <a:rPr lang="en-US" dirty="0"/>
            <a:t>CRRT</a:t>
          </a:r>
        </a:p>
      </dgm:t>
    </dgm:pt>
    <dgm:pt modelId="{E649DDF7-43BE-4176-9BFD-39909F77C7F7}" type="parTrans" cxnId="{F1A550F4-D452-4533-B019-D7ED438CEEF4}">
      <dgm:prSet/>
      <dgm:spPr/>
      <dgm:t>
        <a:bodyPr/>
        <a:lstStyle/>
        <a:p>
          <a:endParaRPr lang="en-US"/>
        </a:p>
      </dgm:t>
    </dgm:pt>
    <dgm:pt modelId="{68435349-D66B-4CCF-9447-1B48DAAF3B66}" type="sibTrans" cxnId="{F1A550F4-D452-4533-B019-D7ED438CEEF4}">
      <dgm:prSet/>
      <dgm:spPr/>
      <dgm:t>
        <a:bodyPr/>
        <a:lstStyle/>
        <a:p>
          <a:endParaRPr lang="en-US"/>
        </a:p>
      </dgm:t>
    </dgm:pt>
    <dgm:pt modelId="{E3EBE1D2-C454-4076-861C-D34E013DB507}">
      <dgm:prSet/>
      <dgm:spPr/>
      <dgm:t>
        <a:bodyPr/>
        <a:lstStyle/>
        <a:p>
          <a:r>
            <a:rPr lang="en-US" dirty="0"/>
            <a:t>Coagulopathy worsens</a:t>
          </a:r>
        </a:p>
      </dgm:t>
    </dgm:pt>
    <dgm:pt modelId="{6028F01A-8FBA-4178-8036-B70F52DBD634}" type="parTrans" cxnId="{21DFA4EC-6EDD-423F-95A4-E4E8CF1BE6A3}">
      <dgm:prSet/>
      <dgm:spPr/>
      <dgm:t>
        <a:bodyPr/>
        <a:lstStyle/>
        <a:p>
          <a:endParaRPr lang="en-US"/>
        </a:p>
      </dgm:t>
    </dgm:pt>
    <dgm:pt modelId="{A4C3C3A0-AAA6-455F-B2EE-63E2FB285945}" type="sibTrans" cxnId="{21DFA4EC-6EDD-423F-95A4-E4E8CF1BE6A3}">
      <dgm:prSet/>
      <dgm:spPr/>
      <dgm:t>
        <a:bodyPr/>
        <a:lstStyle/>
        <a:p>
          <a:endParaRPr lang="en-US"/>
        </a:p>
      </dgm:t>
    </dgm:pt>
    <dgm:pt modelId="{10B63477-9A3C-4040-98F4-F9497511DC9B}">
      <dgm:prSet/>
      <dgm:spPr/>
      <dgm:t>
        <a:bodyPr/>
        <a:lstStyle/>
        <a:p>
          <a:r>
            <a:rPr lang="en-US" dirty="0"/>
            <a:t>TEG/ Surgical field</a:t>
          </a:r>
        </a:p>
      </dgm:t>
    </dgm:pt>
    <dgm:pt modelId="{2F73D096-0246-4760-9F5A-A3029150E832}" type="parTrans" cxnId="{3F8F57BC-99EA-47E3-8618-141EE8873769}">
      <dgm:prSet/>
      <dgm:spPr/>
      <dgm:t>
        <a:bodyPr/>
        <a:lstStyle/>
        <a:p>
          <a:endParaRPr lang="en-US"/>
        </a:p>
      </dgm:t>
    </dgm:pt>
    <dgm:pt modelId="{E989F888-D909-4084-BB8A-F9FF336FC5B3}" type="sibTrans" cxnId="{3F8F57BC-99EA-47E3-8618-141EE8873769}">
      <dgm:prSet/>
      <dgm:spPr/>
      <dgm:t>
        <a:bodyPr/>
        <a:lstStyle/>
        <a:p>
          <a:endParaRPr lang="en-US"/>
        </a:p>
      </dgm:t>
    </dgm:pt>
    <dgm:pt modelId="{DC31024F-0850-BF42-8403-0D37D16B47DA}">
      <dgm:prSet phldrT="[Text]"/>
      <dgm:spPr/>
      <dgm:t>
        <a:bodyPr/>
        <a:lstStyle/>
        <a:p>
          <a:r>
            <a:rPr lang="en-US" dirty="0"/>
            <a:t>Use TOE, CVP, gases, UO, CO monitors/PPV</a:t>
          </a:r>
        </a:p>
      </dgm:t>
    </dgm:pt>
    <dgm:pt modelId="{612C192A-F336-8B48-B0C2-8F032C71230B}" type="parTrans" cxnId="{AEFB271A-F946-4645-A478-FFDB4681924A}">
      <dgm:prSet/>
      <dgm:spPr/>
      <dgm:t>
        <a:bodyPr/>
        <a:lstStyle/>
        <a:p>
          <a:endParaRPr lang="en-GB"/>
        </a:p>
      </dgm:t>
    </dgm:pt>
    <dgm:pt modelId="{FF62E0DE-585A-2440-B72A-9A508B91F7C3}" type="sibTrans" cxnId="{AEFB271A-F946-4645-A478-FFDB4681924A}">
      <dgm:prSet/>
      <dgm:spPr/>
      <dgm:t>
        <a:bodyPr/>
        <a:lstStyle/>
        <a:p>
          <a:endParaRPr lang="en-GB"/>
        </a:p>
      </dgm:t>
    </dgm:pt>
    <dgm:pt modelId="{06994888-77ED-AC46-96A0-49BB23BD31EE}">
      <dgm:prSet phldrT="[Text]"/>
      <dgm:spPr/>
      <dgm:t>
        <a:bodyPr/>
        <a:lstStyle/>
        <a:p>
          <a:r>
            <a:rPr lang="en-US" dirty="0"/>
            <a:t>Blood if needed</a:t>
          </a:r>
        </a:p>
      </dgm:t>
    </dgm:pt>
    <dgm:pt modelId="{B741C32B-8D91-8A49-ACEB-3F35B2AC170A}" type="parTrans" cxnId="{D1230A29-5C0C-6B4B-8579-A96A3BACF6CB}">
      <dgm:prSet/>
      <dgm:spPr/>
      <dgm:t>
        <a:bodyPr/>
        <a:lstStyle/>
        <a:p>
          <a:endParaRPr lang="en-GB"/>
        </a:p>
      </dgm:t>
    </dgm:pt>
    <dgm:pt modelId="{3414B8DB-892E-E744-B318-5F893DAE977B}" type="sibTrans" cxnId="{D1230A29-5C0C-6B4B-8579-A96A3BACF6CB}">
      <dgm:prSet/>
      <dgm:spPr/>
      <dgm:t>
        <a:bodyPr/>
        <a:lstStyle/>
        <a:p>
          <a:endParaRPr lang="en-GB"/>
        </a:p>
      </dgm:t>
    </dgm:pt>
    <dgm:pt modelId="{397A1BA8-E377-4B79-85A0-B498A3F9E356}" type="pres">
      <dgm:prSet presAssocID="{07263EB1-78E8-44FE-8964-BD46075DB81D}" presName="linearFlow" presStyleCnt="0">
        <dgm:presLayoutVars>
          <dgm:dir/>
          <dgm:animLvl val="lvl"/>
          <dgm:resizeHandles val="exact"/>
        </dgm:presLayoutVars>
      </dgm:prSet>
      <dgm:spPr/>
    </dgm:pt>
    <dgm:pt modelId="{E62844BA-44A7-4CBE-B706-1A2C0E7F9496}" type="pres">
      <dgm:prSet presAssocID="{8617BB74-2358-40C0-BD0B-413301E43B5E}" presName="composite" presStyleCnt="0"/>
      <dgm:spPr/>
    </dgm:pt>
    <dgm:pt modelId="{CA9637B9-A039-4637-AEB7-2B60C637123E}" type="pres">
      <dgm:prSet presAssocID="{8617BB74-2358-40C0-BD0B-413301E43B5E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0B74CAFC-0F5E-4A8D-870A-8F0C81325313}" type="pres">
      <dgm:prSet presAssocID="{8617BB74-2358-40C0-BD0B-413301E43B5E}" presName="descendantText" presStyleLbl="alignAcc1" presStyleIdx="0" presStyleCnt="4">
        <dgm:presLayoutVars>
          <dgm:bulletEnabled val="1"/>
        </dgm:presLayoutVars>
      </dgm:prSet>
      <dgm:spPr/>
    </dgm:pt>
    <dgm:pt modelId="{ABB6C73F-5D7F-4D8D-A4A2-397E1FF96874}" type="pres">
      <dgm:prSet presAssocID="{4793031C-1476-4329-B150-060AC3ACD73C}" presName="sp" presStyleCnt="0"/>
      <dgm:spPr/>
    </dgm:pt>
    <dgm:pt modelId="{ED5BC70E-CB51-4CFB-B2AC-60E09E294222}" type="pres">
      <dgm:prSet presAssocID="{F164C1D2-CCAF-4BE0-AF89-A74E9A7D9E78}" presName="composite" presStyleCnt="0"/>
      <dgm:spPr/>
    </dgm:pt>
    <dgm:pt modelId="{87BE274A-8895-4FA3-B8F1-44E292B212CC}" type="pres">
      <dgm:prSet presAssocID="{F164C1D2-CCAF-4BE0-AF89-A74E9A7D9E78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04C5C3F1-151F-47B0-8750-78D16B2D28B7}" type="pres">
      <dgm:prSet presAssocID="{F164C1D2-CCAF-4BE0-AF89-A74E9A7D9E78}" presName="descendantText" presStyleLbl="alignAcc1" presStyleIdx="1" presStyleCnt="4">
        <dgm:presLayoutVars>
          <dgm:bulletEnabled val="1"/>
        </dgm:presLayoutVars>
      </dgm:prSet>
      <dgm:spPr/>
    </dgm:pt>
    <dgm:pt modelId="{749AB3CE-638E-44F6-9D93-AEE8C90E5939}" type="pres">
      <dgm:prSet presAssocID="{B88E6D60-75DD-47FC-B0FD-BB9E1B9BF286}" presName="sp" presStyleCnt="0"/>
      <dgm:spPr/>
    </dgm:pt>
    <dgm:pt modelId="{43B8F9FB-A725-4496-A613-C62CEEF62D98}" type="pres">
      <dgm:prSet presAssocID="{5E7A7B95-0831-4BDA-987E-486597359131}" presName="composite" presStyleCnt="0"/>
      <dgm:spPr/>
    </dgm:pt>
    <dgm:pt modelId="{F8C3524E-07B2-42A3-B867-FE17814065A9}" type="pres">
      <dgm:prSet presAssocID="{5E7A7B95-0831-4BDA-987E-486597359131}" presName="parentText" presStyleLbl="alignNode1" presStyleIdx="2" presStyleCnt="4" custLinFactNeighborX="-9731" custLinFactNeighborY="-937">
        <dgm:presLayoutVars>
          <dgm:chMax val="1"/>
          <dgm:bulletEnabled val="1"/>
        </dgm:presLayoutVars>
      </dgm:prSet>
      <dgm:spPr/>
    </dgm:pt>
    <dgm:pt modelId="{2A6C3D46-F841-4E1B-8426-A8F7403F4E1C}" type="pres">
      <dgm:prSet presAssocID="{5E7A7B95-0831-4BDA-987E-486597359131}" presName="descendantText" presStyleLbl="alignAcc1" presStyleIdx="2" presStyleCnt="4">
        <dgm:presLayoutVars>
          <dgm:bulletEnabled val="1"/>
        </dgm:presLayoutVars>
      </dgm:prSet>
      <dgm:spPr/>
    </dgm:pt>
    <dgm:pt modelId="{A9E9564E-15DB-4D9E-9E9D-C4B84014BC7C}" type="pres">
      <dgm:prSet presAssocID="{D6DF4170-E5FE-4CD0-AA16-7B689F9996F0}" presName="sp" presStyleCnt="0"/>
      <dgm:spPr/>
    </dgm:pt>
    <dgm:pt modelId="{73525C07-36F2-40FF-9834-88E4F042490E}" type="pres">
      <dgm:prSet presAssocID="{E3EBE1D2-C454-4076-861C-D34E013DB507}" presName="composite" presStyleCnt="0"/>
      <dgm:spPr/>
    </dgm:pt>
    <dgm:pt modelId="{401BE336-31AD-478F-8124-AAC5A35DFCD8}" type="pres">
      <dgm:prSet presAssocID="{E3EBE1D2-C454-4076-861C-D34E013DB50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A2EC4A1-265D-4B54-A583-7189B204A07F}" type="pres">
      <dgm:prSet presAssocID="{E3EBE1D2-C454-4076-861C-D34E013DB50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BC0D031A-B5DC-4373-B5D9-5AD50C5F9A67}" type="presOf" srcId="{8617BB74-2358-40C0-BD0B-413301E43B5E}" destId="{CA9637B9-A039-4637-AEB7-2B60C637123E}" srcOrd="0" destOrd="0" presId="urn:microsoft.com/office/officeart/2005/8/layout/chevron2"/>
    <dgm:cxn modelId="{AEFB271A-F946-4645-A478-FFDB4681924A}" srcId="{8617BB74-2358-40C0-BD0B-413301E43B5E}" destId="{DC31024F-0850-BF42-8403-0D37D16B47DA}" srcOrd="1" destOrd="0" parTransId="{612C192A-F336-8B48-B0C2-8F032C71230B}" sibTransId="{FF62E0DE-585A-2440-B72A-9A508B91F7C3}"/>
    <dgm:cxn modelId="{8295EE21-9867-426A-967F-3FE976136686}" type="presOf" srcId="{B5A3E6D7-F942-4DC1-BD1E-9DA657FBD18D}" destId="{2A6C3D46-F841-4E1B-8426-A8F7403F4E1C}" srcOrd="0" destOrd="1" presId="urn:microsoft.com/office/officeart/2005/8/layout/chevron2"/>
    <dgm:cxn modelId="{A8C89626-4D8D-5A4B-8D2B-6432B3242FF4}" type="presOf" srcId="{DC31024F-0850-BF42-8403-0D37D16B47DA}" destId="{0B74CAFC-0F5E-4A8D-870A-8F0C81325313}" srcOrd="0" destOrd="1" presId="urn:microsoft.com/office/officeart/2005/8/layout/chevron2"/>
    <dgm:cxn modelId="{D1230A29-5C0C-6B4B-8579-A96A3BACF6CB}" srcId="{F164C1D2-CCAF-4BE0-AF89-A74E9A7D9E78}" destId="{06994888-77ED-AC46-96A0-49BB23BD31EE}" srcOrd="0" destOrd="0" parTransId="{B741C32B-8D91-8A49-ACEB-3F35B2AC170A}" sibTransId="{3414B8DB-892E-E744-B318-5F893DAE977B}"/>
    <dgm:cxn modelId="{1B11D329-DC93-4B3C-8D87-1250F3165DAE}" type="presOf" srcId="{F164C1D2-CCAF-4BE0-AF89-A74E9A7D9E78}" destId="{87BE274A-8895-4FA3-B8F1-44E292B212CC}" srcOrd="0" destOrd="0" presId="urn:microsoft.com/office/officeart/2005/8/layout/chevron2"/>
    <dgm:cxn modelId="{B6A7E130-6D0F-48FC-9B52-F29348ACC9D7}" type="presOf" srcId="{07263EB1-78E8-44FE-8964-BD46075DB81D}" destId="{397A1BA8-E377-4B79-85A0-B498A3F9E356}" srcOrd="0" destOrd="0" presId="urn:microsoft.com/office/officeart/2005/8/layout/chevron2"/>
    <dgm:cxn modelId="{153C3740-399C-2646-90FB-0E98ED7C7C43}" type="presOf" srcId="{06994888-77ED-AC46-96A0-49BB23BD31EE}" destId="{04C5C3F1-151F-47B0-8750-78D16B2D28B7}" srcOrd="0" destOrd="0" presId="urn:microsoft.com/office/officeart/2005/8/layout/chevron2"/>
    <dgm:cxn modelId="{F5F2B040-CB7E-4D38-877D-6100DF8EB3D9}" type="presOf" srcId="{5E7A7B95-0831-4BDA-987E-486597359131}" destId="{F8C3524E-07B2-42A3-B867-FE17814065A9}" srcOrd="0" destOrd="0" presId="urn:microsoft.com/office/officeart/2005/8/layout/chevron2"/>
    <dgm:cxn modelId="{7645584F-97A5-468E-8885-7403F19F459D}" type="presOf" srcId="{AED4D109-F7CF-4580-A108-E9CFB6EB1790}" destId="{04C5C3F1-151F-47B0-8750-78D16B2D28B7}" srcOrd="0" destOrd="2" presId="urn:microsoft.com/office/officeart/2005/8/layout/chevron2"/>
    <dgm:cxn modelId="{4DA5EE55-D16E-4F68-8893-2E87B4560362}" type="presOf" srcId="{10B63477-9A3C-4040-98F4-F9497511DC9B}" destId="{CA2EC4A1-265D-4B54-A583-7189B204A07F}" srcOrd="0" destOrd="0" presId="urn:microsoft.com/office/officeart/2005/8/layout/chevron2"/>
    <dgm:cxn modelId="{D90D4C5E-2AF7-4262-963C-2D4045C4830B}" srcId="{F164C1D2-CCAF-4BE0-AF89-A74E9A7D9E78}" destId="{26119AE8-3480-4DAB-BE4C-ABD561D1B204}" srcOrd="1" destOrd="0" parTransId="{C2F9B9F3-2308-425E-AFFD-339A0862D731}" sibTransId="{75686A1D-9D08-4BA3-96C7-EF98741B5C7A}"/>
    <dgm:cxn modelId="{070FAC68-DC9C-463D-BC76-B00207C1F9AD}" srcId="{F164C1D2-CCAF-4BE0-AF89-A74E9A7D9E78}" destId="{AED4D109-F7CF-4580-A108-E9CFB6EB1790}" srcOrd="2" destOrd="0" parTransId="{1586C1F1-1A44-4182-B902-859BB7F90742}" sibTransId="{E19606BD-3988-4BE2-98B3-A3ECB71BDF74}"/>
    <dgm:cxn modelId="{9DB8AC6A-7B94-44D0-A704-6241E9EC90BF}" srcId="{8617BB74-2358-40C0-BD0B-413301E43B5E}" destId="{824A3659-4675-44D5-9DCA-871325FA9B1F}" srcOrd="0" destOrd="0" parTransId="{1F872788-4ED1-4802-9E2B-64764821E2CA}" sibTransId="{9FCD3824-5B9D-4A22-A9E0-09264E15F9D9}"/>
    <dgm:cxn modelId="{2CA06286-F7BD-4BBD-8B99-21005FD46AD6}" type="presOf" srcId="{824A3659-4675-44D5-9DCA-871325FA9B1F}" destId="{0B74CAFC-0F5E-4A8D-870A-8F0C81325313}" srcOrd="0" destOrd="0" presId="urn:microsoft.com/office/officeart/2005/8/layout/chevron2"/>
    <dgm:cxn modelId="{46CD469B-E211-44E0-939F-3C188CB8D82C}" srcId="{07263EB1-78E8-44FE-8964-BD46075DB81D}" destId="{5E7A7B95-0831-4BDA-987E-486597359131}" srcOrd="2" destOrd="0" parTransId="{CC37200D-6C79-42B1-8B8A-5745E826902E}" sibTransId="{D6DF4170-E5FE-4CD0-AA16-7B689F9996F0}"/>
    <dgm:cxn modelId="{09723EBB-53BE-4B3E-B5A0-923F2704A2C8}" srcId="{07263EB1-78E8-44FE-8964-BD46075DB81D}" destId="{8617BB74-2358-40C0-BD0B-413301E43B5E}" srcOrd="0" destOrd="0" parTransId="{90890680-A78F-43A8-B9AE-F817E961DC13}" sibTransId="{4793031C-1476-4329-B150-060AC3ACD73C}"/>
    <dgm:cxn modelId="{3F8F57BC-99EA-47E3-8618-141EE8873769}" srcId="{E3EBE1D2-C454-4076-861C-D34E013DB507}" destId="{10B63477-9A3C-4040-98F4-F9497511DC9B}" srcOrd="0" destOrd="0" parTransId="{2F73D096-0246-4760-9F5A-A3029150E832}" sibTransId="{E989F888-D909-4084-BB8A-F9FF336FC5B3}"/>
    <dgm:cxn modelId="{D56BD9D1-1235-4593-82EB-0785BD0B2E98}" srcId="{07263EB1-78E8-44FE-8964-BD46075DB81D}" destId="{F164C1D2-CCAF-4BE0-AF89-A74E9A7D9E78}" srcOrd="1" destOrd="0" parTransId="{A5F86079-3141-45AB-B00F-54D258400FCA}" sibTransId="{B88E6D60-75DD-47FC-B0FD-BB9E1B9BF286}"/>
    <dgm:cxn modelId="{389E4CD5-0CB9-47C0-83C6-EFC03081B500}" type="presOf" srcId="{E3EBE1D2-C454-4076-861C-D34E013DB507}" destId="{401BE336-31AD-478F-8124-AAC5A35DFCD8}" srcOrd="0" destOrd="0" presId="urn:microsoft.com/office/officeart/2005/8/layout/chevron2"/>
    <dgm:cxn modelId="{96150FE0-BDCB-4248-AE9C-6C1200C41F03}" srcId="{5E7A7B95-0831-4BDA-987E-486597359131}" destId="{135FE724-D980-4CC6-A2C4-1072A80372CE}" srcOrd="0" destOrd="0" parTransId="{DEBC51EC-24DD-4E18-AE01-DFC84E6201FF}" sibTransId="{2254FFBB-1C92-48C6-9A64-9539668B897B}"/>
    <dgm:cxn modelId="{EDAE53E4-E8FB-40A7-856E-FE1D304813D9}" type="presOf" srcId="{26119AE8-3480-4DAB-BE4C-ABD561D1B204}" destId="{04C5C3F1-151F-47B0-8750-78D16B2D28B7}" srcOrd="0" destOrd="1" presId="urn:microsoft.com/office/officeart/2005/8/layout/chevron2"/>
    <dgm:cxn modelId="{50A53EEC-E78C-4D53-858F-0036F834B6E1}" type="presOf" srcId="{135FE724-D980-4CC6-A2C4-1072A80372CE}" destId="{2A6C3D46-F841-4E1B-8426-A8F7403F4E1C}" srcOrd="0" destOrd="0" presId="urn:microsoft.com/office/officeart/2005/8/layout/chevron2"/>
    <dgm:cxn modelId="{21DFA4EC-6EDD-423F-95A4-E4E8CF1BE6A3}" srcId="{07263EB1-78E8-44FE-8964-BD46075DB81D}" destId="{E3EBE1D2-C454-4076-861C-D34E013DB507}" srcOrd="3" destOrd="0" parTransId="{6028F01A-8FBA-4178-8036-B70F52DBD634}" sibTransId="{A4C3C3A0-AAA6-455F-B2EE-63E2FB285945}"/>
    <dgm:cxn modelId="{F1A550F4-D452-4533-B019-D7ED438CEEF4}" srcId="{5E7A7B95-0831-4BDA-987E-486597359131}" destId="{B5A3E6D7-F942-4DC1-BD1E-9DA657FBD18D}" srcOrd="1" destOrd="0" parTransId="{E649DDF7-43BE-4176-9BFD-39909F77C7F7}" sibTransId="{68435349-D66B-4CCF-9447-1B48DAAF3B66}"/>
    <dgm:cxn modelId="{471CD759-4629-4FB7-A7EB-42970B7ED41D}" type="presParOf" srcId="{397A1BA8-E377-4B79-85A0-B498A3F9E356}" destId="{E62844BA-44A7-4CBE-B706-1A2C0E7F9496}" srcOrd="0" destOrd="0" presId="urn:microsoft.com/office/officeart/2005/8/layout/chevron2"/>
    <dgm:cxn modelId="{0FC906C8-2C4A-4877-A636-FAB5A940C7F6}" type="presParOf" srcId="{E62844BA-44A7-4CBE-B706-1A2C0E7F9496}" destId="{CA9637B9-A039-4637-AEB7-2B60C637123E}" srcOrd="0" destOrd="0" presId="urn:microsoft.com/office/officeart/2005/8/layout/chevron2"/>
    <dgm:cxn modelId="{3BA4B756-3CAE-4AE9-A7E7-3296210F0C06}" type="presParOf" srcId="{E62844BA-44A7-4CBE-B706-1A2C0E7F9496}" destId="{0B74CAFC-0F5E-4A8D-870A-8F0C81325313}" srcOrd="1" destOrd="0" presId="urn:microsoft.com/office/officeart/2005/8/layout/chevron2"/>
    <dgm:cxn modelId="{11E771F9-6C25-41BF-BBB5-64D2875D4DA0}" type="presParOf" srcId="{397A1BA8-E377-4B79-85A0-B498A3F9E356}" destId="{ABB6C73F-5D7F-4D8D-A4A2-397E1FF96874}" srcOrd="1" destOrd="0" presId="urn:microsoft.com/office/officeart/2005/8/layout/chevron2"/>
    <dgm:cxn modelId="{64FF17EB-9CE8-4419-8E3E-E1DEC9A29DBD}" type="presParOf" srcId="{397A1BA8-E377-4B79-85A0-B498A3F9E356}" destId="{ED5BC70E-CB51-4CFB-B2AC-60E09E294222}" srcOrd="2" destOrd="0" presId="urn:microsoft.com/office/officeart/2005/8/layout/chevron2"/>
    <dgm:cxn modelId="{2FA8A391-4C3B-4498-84D6-360FB87FD061}" type="presParOf" srcId="{ED5BC70E-CB51-4CFB-B2AC-60E09E294222}" destId="{87BE274A-8895-4FA3-B8F1-44E292B212CC}" srcOrd="0" destOrd="0" presId="urn:microsoft.com/office/officeart/2005/8/layout/chevron2"/>
    <dgm:cxn modelId="{6F654A16-6182-40B1-8DCE-9745A4277305}" type="presParOf" srcId="{ED5BC70E-CB51-4CFB-B2AC-60E09E294222}" destId="{04C5C3F1-151F-47B0-8750-78D16B2D28B7}" srcOrd="1" destOrd="0" presId="urn:microsoft.com/office/officeart/2005/8/layout/chevron2"/>
    <dgm:cxn modelId="{66CFFA38-2E5C-41CA-8753-5DCFD00B567D}" type="presParOf" srcId="{397A1BA8-E377-4B79-85A0-B498A3F9E356}" destId="{749AB3CE-638E-44F6-9D93-AEE8C90E5939}" srcOrd="3" destOrd="0" presId="urn:microsoft.com/office/officeart/2005/8/layout/chevron2"/>
    <dgm:cxn modelId="{A828DF59-2BF6-4254-A095-FA299CFE6703}" type="presParOf" srcId="{397A1BA8-E377-4B79-85A0-B498A3F9E356}" destId="{43B8F9FB-A725-4496-A613-C62CEEF62D98}" srcOrd="4" destOrd="0" presId="urn:microsoft.com/office/officeart/2005/8/layout/chevron2"/>
    <dgm:cxn modelId="{E7B8E790-07C0-4471-9AFF-6CD320638292}" type="presParOf" srcId="{43B8F9FB-A725-4496-A613-C62CEEF62D98}" destId="{F8C3524E-07B2-42A3-B867-FE17814065A9}" srcOrd="0" destOrd="0" presId="urn:microsoft.com/office/officeart/2005/8/layout/chevron2"/>
    <dgm:cxn modelId="{EC68BD86-7A73-4B38-A288-FECCEC76A806}" type="presParOf" srcId="{43B8F9FB-A725-4496-A613-C62CEEF62D98}" destId="{2A6C3D46-F841-4E1B-8426-A8F7403F4E1C}" srcOrd="1" destOrd="0" presId="urn:microsoft.com/office/officeart/2005/8/layout/chevron2"/>
    <dgm:cxn modelId="{24630C27-7F6D-406F-81C0-14CB0BBF3C3B}" type="presParOf" srcId="{397A1BA8-E377-4B79-85A0-B498A3F9E356}" destId="{A9E9564E-15DB-4D9E-9E9D-C4B84014BC7C}" srcOrd="5" destOrd="0" presId="urn:microsoft.com/office/officeart/2005/8/layout/chevron2"/>
    <dgm:cxn modelId="{6FFAD795-7ADD-436D-94C6-28B6C2ACB378}" type="presParOf" srcId="{397A1BA8-E377-4B79-85A0-B498A3F9E356}" destId="{73525C07-36F2-40FF-9834-88E4F042490E}" srcOrd="6" destOrd="0" presId="urn:microsoft.com/office/officeart/2005/8/layout/chevron2"/>
    <dgm:cxn modelId="{F57E38F7-C9D5-4AFB-AAE7-DAB320B1ECB3}" type="presParOf" srcId="{73525C07-36F2-40FF-9834-88E4F042490E}" destId="{401BE336-31AD-478F-8124-AAC5A35DFCD8}" srcOrd="0" destOrd="0" presId="urn:microsoft.com/office/officeart/2005/8/layout/chevron2"/>
    <dgm:cxn modelId="{CB28A7A7-3B51-4FBE-B644-63CF26742298}" type="presParOf" srcId="{73525C07-36F2-40FF-9834-88E4F042490E}" destId="{CA2EC4A1-265D-4B54-A583-7189B204A07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DD6E3D-3D15-458F-B697-FD68E7D8F78A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F245F9-352B-4F88-920A-E6E39B113485}">
      <dgm:prSet phldrT="[Text]"/>
      <dgm:spPr/>
      <dgm:t>
        <a:bodyPr/>
        <a:lstStyle/>
        <a:p>
          <a:r>
            <a:rPr lang="en-US" dirty="0"/>
            <a:t>Portal vein unclamping</a:t>
          </a:r>
        </a:p>
      </dgm:t>
    </dgm:pt>
    <dgm:pt modelId="{30CFB5CB-1FE2-4359-ADCF-06EDDEFA09A0}" type="parTrans" cxnId="{048ED07A-C942-40FC-B51E-1953EB5F3D1F}">
      <dgm:prSet/>
      <dgm:spPr/>
      <dgm:t>
        <a:bodyPr/>
        <a:lstStyle/>
        <a:p>
          <a:endParaRPr lang="en-US"/>
        </a:p>
      </dgm:t>
    </dgm:pt>
    <dgm:pt modelId="{F43607AD-5801-419E-843A-165CFEFB1240}" type="sibTrans" cxnId="{048ED07A-C942-40FC-B51E-1953EB5F3D1F}">
      <dgm:prSet/>
      <dgm:spPr/>
      <dgm:t>
        <a:bodyPr/>
        <a:lstStyle/>
        <a:p>
          <a:endParaRPr lang="en-US"/>
        </a:p>
      </dgm:t>
    </dgm:pt>
    <dgm:pt modelId="{2CA31D96-A14E-4F01-97E9-4B5096D519DE}">
      <dgm:prSet phldrT="[Text]" custT="1"/>
      <dgm:spPr/>
      <dgm:t>
        <a:bodyPr/>
        <a:lstStyle/>
        <a:p>
          <a:r>
            <a:rPr lang="en-US" sz="1600" dirty="0">
              <a:solidFill>
                <a:schemeClr val="bg2"/>
              </a:solidFill>
            </a:rPr>
            <a:t>Cold, Desaturated/ acidotic blood</a:t>
          </a:r>
        </a:p>
      </dgm:t>
    </dgm:pt>
    <dgm:pt modelId="{EDB232C8-3512-440D-8845-2EF5C0A7CFF2}" type="parTrans" cxnId="{ED5580A2-C596-46B2-80E1-493EB75A45D3}">
      <dgm:prSet/>
      <dgm:spPr/>
      <dgm:t>
        <a:bodyPr/>
        <a:lstStyle/>
        <a:p>
          <a:endParaRPr lang="en-US"/>
        </a:p>
      </dgm:t>
    </dgm:pt>
    <dgm:pt modelId="{D41456DF-A5C1-43D5-93F8-ED116693E838}" type="sibTrans" cxnId="{ED5580A2-C596-46B2-80E1-493EB75A45D3}">
      <dgm:prSet/>
      <dgm:spPr/>
      <dgm:t>
        <a:bodyPr/>
        <a:lstStyle/>
        <a:p>
          <a:endParaRPr lang="en-US"/>
        </a:p>
      </dgm:t>
    </dgm:pt>
    <dgm:pt modelId="{29F2A714-C1CB-4D86-9372-D2357FD68C09}">
      <dgm:prSet phldrT="[Text]"/>
      <dgm:spPr/>
      <dgm:t>
        <a:bodyPr/>
        <a:lstStyle/>
        <a:p>
          <a:r>
            <a:rPr lang="en-US" dirty="0"/>
            <a:t>Post Reperfusion syndrome</a:t>
          </a:r>
        </a:p>
        <a:p>
          <a:endParaRPr lang="en-US" dirty="0"/>
        </a:p>
      </dgm:t>
    </dgm:pt>
    <dgm:pt modelId="{837E2382-572A-4C8E-B355-8DE38AF73091}" type="parTrans" cxnId="{4FFFE955-E192-4B1B-9E98-4F3DB65FAB74}">
      <dgm:prSet/>
      <dgm:spPr/>
      <dgm:t>
        <a:bodyPr/>
        <a:lstStyle/>
        <a:p>
          <a:endParaRPr lang="en-US"/>
        </a:p>
      </dgm:t>
    </dgm:pt>
    <dgm:pt modelId="{26ABF502-4118-4F2C-9DBC-C9C35FD41BE6}" type="sibTrans" cxnId="{4FFFE955-E192-4B1B-9E98-4F3DB65FAB74}">
      <dgm:prSet/>
      <dgm:spPr/>
      <dgm:t>
        <a:bodyPr/>
        <a:lstStyle/>
        <a:p>
          <a:endParaRPr lang="en-US"/>
        </a:p>
      </dgm:t>
    </dgm:pt>
    <dgm:pt modelId="{0A0A836C-17DF-4E1B-99C4-0241E4810EF1}">
      <dgm:prSet phldrT="[Text]"/>
      <dgm:spPr/>
      <dgm:t>
        <a:bodyPr/>
        <a:lstStyle/>
        <a:p>
          <a:r>
            <a:rPr lang="en-US" dirty="0">
              <a:solidFill>
                <a:schemeClr val="bg2"/>
              </a:solidFill>
            </a:rPr>
            <a:t>30% decrease in MAP </a:t>
          </a:r>
        </a:p>
      </dgm:t>
    </dgm:pt>
    <dgm:pt modelId="{B0967691-922A-4C27-ABCA-00825025F171}" type="parTrans" cxnId="{E7121A71-605B-4509-9D6D-16819026B08C}">
      <dgm:prSet/>
      <dgm:spPr/>
      <dgm:t>
        <a:bodyPr/>
        <a:lstStyle/>
        <a:p>
          <a:endParaRPr lang="en-US"/>
        </a:p>
      </dgm:t>
    </dgm:pt>
    <dgm:pt modelId="{28B7EB01-908C-44D0-8991-E386CE5822B6}" type="sibTrans" cxnId="{E7121A71-605B-4509-9D6D-16819026B08C}">
      <dgm:prSet/>
      <dgm:spPr/>
      <dgm:t>
        <a:bodyPr/>
        <a:lstStyle/>
        <a:p>
          <a:endParaRPr lang="en-US"/>
        </a:p>
      </dgm:t>
    </dgm:pt>
    <dgm:pt modelId="{DB552ED3-212C-4A3E-9183-80ED8777AE35}">
      <dgm:prSet phldrT="[Text]"/>
      <dgm:spPr/>
      <dgm:t>
        <a:bodyPr/>
        <a:lstStyle/>
        <a:p>
          <a:r>
            <a:rPr lang="en-US" dirty="0"/>
            <a:t>Arrhythmias</a:t>
          </a:r>
        </a:p>
      </dgm:t>
    </dgm:pt>
    <dgm:pt modelId="{88B37A74-637A-4901-B815-D87204B4F512}" type="parTrans" cxnId="{CF9C2189-1CB7-4D45-A9CE-AEF0BBBF65E2}">
      <dgm:prSet/>
      <dgm:spPr/>
      <dgm:t>
        <a:bodyPr/>
        <a:lstStyle/>
        <a:p>
          <a:endParaRPr lang="en-US"/>
        </a:p>
      </dgm:t>
    </dgm:pt>
    <dgm:pt modelId="{CAE82175-BFEF-4A43-933F-9E897BADB14E}" type="sibTrans" cxnId="{CF9C2189-1CB7-4D45-A9CE-AEF0BBBF65E2}">
      <dgm:prSet/>
      <dgm:spPr/>
      <dgm:t>
        <a:bodyPr/>
        <a:lstStyle/>
        <a:p>
          <a:endParaRPr lang="en-US"/>
        </a:p>
      </dgm:t>
    </dgm:pt>
    <dgm:pt modelId="{740DC4FB-948E-4F64-954E-7B3458C4EB1C}">
      <dgm:prSet phldrT="[Text]" custT="1"/>
      <dgm:spPr/>
      <dgm:t>
        <a:bodyPr/>
        <a:lstStyle/>
        <a:p>
          <a:r>
            <a:rPr lang="en-US" sz="1800" dirty="0">
              <a:solidFill>
                <a:schemeClr val="bg2"/>
              </a:solidFill>
            </a:rPr>
            <a:t>Electrolytes</a:t>
          </a:r>
        </a:p>
      </dgm:t>
    </dgm:pt>
    <dgm:pt modelId="{FE2FB505-C476-41EC-82C2-9647D191CE4F}" type="parTrans" cxnId="{B0314225-F4A3-4E48-9CFF-20EF6ECFC8C3}">
      <dgm:prSet/>
      <dgm:spPr/>
      <dgm:t>
        <a:bodyPr/>
        <a:lstStyle/>
        <a:p>
          <a:endParaRPr lang="en-US"/>
        </a:p>
      </dgm:t>
    </dgm:pt>
    <dgm:pt modelId="{97181E8A-581C-4077-B737-97AA5554A391}" type="sibTrans" cxnId="{B0314225-F4A3-4E48-9CFF-20EF6ECFC8C3}">
      <dgm:prSet/>
      <dgm:spPr/>
      <dgm:t>
        <a:bodyPr/>
        <a:lstStyle/>
        <a:p>
          <a:endParaRPr lang="en-US"/>
        </a:p>
      </dgm:t>
    </dgm:pt>
    <dgm:pt modelId="{D906F169-9661-4D0C-81FB-0ACEAC008E98}">
      <dgm:prSet phldrT="[Text]" custT="1"/>
      <dgm:spPr/>
      <dgm:t>
        <a:bodyPr/>
        <a:lstStyle/>
        <a:p>
          <a:r>
            <a:rPr lang="en-US" sz="1800" dirty="0">
              <a:solidFill>
                <a:schemeClr val="bg2"/>
              </a:solidFill>
            </a:rPr>
            <a:t>Defib pads</a:t>
          </a:r>
        </a:p>
      </dgm:t>
    </dgm:pt>
    <dgm:pt modelId="{2EF1C184-BDB2-4C49-A922-E23E93599891}" type="parTrans" cxnId="{42A5D203-BAF6-4A91-8349-F172FE3BACEE}">
      <dgm:prSet/>
      <dgm:spPr/>
      <dgm:t>
        <a:bodyPr/>
        <a:lstStyle/>
        <a:p>
          <a:endParaRPr lang="en-US"/>
        </a:p>
      </dgm:t>
    </dgm:pt>
    <dgm:pt modelId="{EAC5F77B-F5B9-4CB6-BCCC-44B04B1A41E2}" type="sibTrans" cxnId="{42A5D203-BAF6-4A91-8349-F172FE3BACEE}">
      <dgm:prSet/>
      <dgm:spPr/>
      <dgm:t>
        <a:bodyPr/>
        <a:lstStyle/>
        <a:p>
          <a:endParaRPr lang="en-US"/>
        </a:p>
      </dgm:t>
    </dgm:pt>
    <dgm:pt modelId="{CD5E8A79-05CB-4B95-B44F-2E3F01714EC5}">
      <dgm:prSet phldrT="[Text]" custT="1"/>
      <dgm:spPr/>
      <dgm:t>
        <a:bodyPr/>
        <a:lstStyle/>
        <a:p>
          <a:r>
            <a:rPr lang="en-US" sz="1600" dirty="0">
              <a:solidFill>
                <a:schemeClr val="bg2"/>
              </a:solidFill>
            </a:rPr>
            <a:t>Il-6 and TNF alpha</a:t>
          </a:r>
        </a:p>
      </dgm:t>
    </dgm:pt>
    <dgm:pt modelId="{E2F190CE-3E9A-4C9F-B3A9-1E771AF110B1}" type="parTrans" cxnId="{B4341104-E7E3-4FF7-8AA7-7007669DFEC2}">
      <dgm:prSet/>
      <dgm:spPr/>
      <dgm:t>
        <a:bodyPr/>
        <a:lstStyle/>
        <a:p>
          <a:endParaRPr lang="en-US"/>
        </a:p>
      </dgm:t>
    </dgm:pt>
    <dgm:pt modelId="{F5A8EC34-B9D3-42E8-86F4-7212AE1622DA}" type="sibTrans" cxnId="{B4341104-E7E3-4FF7-8AA7-7007669DFEC2}">
      <dgm:prSet/>
      <dgm:spPr/>
      <dgm:t>
        <a:bodyPr/>
        <a:lstStyle/>
        <a:p>
          <a:endParaRPr lang="en-US"/>
        </a:p>
      </dgm:t>
    </dgm:pt>
    <dgm:pt modelId="{23F123BB-B5AF-40A3-84A2-038BEC33B670}">
      <dgm:prSet phldrT="[Text]"/>
      <dgm:spPr/>
      <dgm:t>
        <a:bodyPr/>
        <a:lstStyle/>
        <a:p>
          <a:r>
            <a:rPr lang="en-US" dirty="0"/>
            <a:t>Risk of right heart failure</a:t>
          </a:r>
        </a:p>
      </dgm:t>
    </dgm:pt>
    <dgm:pt modelId="{D564EF92-7FCC-414D-B663-3AD5F025BB6E}" type="parTrans" cxnId="{ACC88C88-C93C-4D4E-8377-711813E32B9F}">
      <dgm:prSet/>
      <dgm:spPr/>
      <dgm:t>
        <a:bodyPr/>
        <a:lstStyle/>
        <a:p>
          <a:endParaRPr lang="en-US"/>
        </a:p>
      </dgm:t>
    </dgm:pt>
    <dgm:pt modelId="{1A118A6B-4649-46AC-9010-1C97A5D28712}" type="sibTrans" cxnId="{ACC88C88-C93C-4D4E-8377-711813E32B9F}">
      <dgm:prSet/>
      <dgm:spPr/>
      <dgm:t>
        <a:bodyPr/>
        <a:lstStyle/>
        <a:p>
          <a:endParaRPr lang="en-US"/>
        </a:p>
      </dgm:t>
    </dgm:pt>
    <dgm:pt modelId="{CB7A9706-2C07-5649-982F-58933233D9F1}">
      <dgm:prSet phldrT="[Text]" custT="1"/>
      <dgm:spPr/>
      <dgm:t>
        <a:bodyPr/>
        <a:lstStyle/>
        <a:p>
          <a:r>
            <a:rPr lang="en-US" sz="1600" dirty="0">
              <a:solidFill>
                <a:schemeClr val="bg2"/>
              </a:solidFill>
            </a:rPr>
            <a:t> Potassium</a:t>
          </a:r>
        </a:p>
      </dgm:t>
    </dgm:pt>
    <dgm:pt modelId="{178A0D23-313F-EB42-9166-C45556958997}" type="parTrans" cxnId="{D4AFAAF8-7E70-7B4C-8119-54E107FD37E4}">
      <dgm:prSet/>
      <dgm:spPr/>
      <dgm:t>
        <a:bodyPr/>
        <a:lstStyle/>
        <a:p>
          <a:endParaRPr lang="en-GB"/>
        </a:p>
      </dgm:t>
    </dgm:pt>
    <dgm:pt modelId="{E292D786-7863-7648-9278-779A038C43DD}" type="sibTrans" cxnId="{D4AFAAF8-7E70-7B4C-8119-54E107FD37E4}">
      <dgm:prSet/>
      <dgm:spPr/>
      <dgm:t>
        <a:bodyPr/>
        <a:lstStyle/>
        <a:p>
          <a:endParaRPr lang="en-GB"/>
        </a:p>
      </dgm:t>
    </dgm:pt>
    <dgm:pt modelId="{AB060445-28F9-044B-BE29-6823032CE34C}">
      <dgm:prSet phldrT="[Text]" custT="1"/>
      <dgm:spPr/>
      <dgm:t>
        <a:bodyPr/>
        <a:lstStyle/>
        <a:p>
          <a:r>
            <a:rPr lang="en-US" sz="1800" dirty="0">
              <a:solidFill>
                <a:schemeClr val="bg2"/>
              </a:solidFill>
            </a:rPr>
            <a:t>Prayers?</a:t>
          </a:r>
        </a:p>
      </dgm:t>
    </dgm:pt>
    <dgm:pt modelId="{B325FB2B-BE7D-8141-8C1D-2DB9B4EC72AD}" type="parTrans" cxnId="{F62D3E92-1D39-064A-93CC-901892617F0C}">
      <dgm:prSet/>
      <dgm:spPr/>
      <dgm:t>
        <a:bodyPr/>
        <a:lstStyle/>
        <a:p>
          <a:endParaRPr lang="en-GB"/>
        </a:p>
      </dgm:t>
    </dgm:pt>
    <dgm:pt modelId="{BCE81F97-5448-3649-9E17-41F32BC753BE}" type="sibTrans" cxnId="{F62D3E92-1D39-064A-93CC-901892617F0C}">
      <dgm:prSet/>
      <dgm:spPr/>
      <dgm:t>
        <a:bodyPr/>
        <a:lstStyle/>
        <a:p>
          <a:endParaRPr lang="en-GB"/>
        </a:p>
      </dgm:t>
    </dgm:pt>
    <dgm:pt modelId="{1FBB5556-09B9-4A04-BCCF-F2516F8B76BE}" type="pres">
      <dgm:prSet presAssocID="{08DD6E3D-3D15-458F-B697-FD68E7D8F78A}" presName="Name0" presStyleCnt="0">
        <dgm:presLayoutVars>
          <dgm:dir/>
          <dgm:animLvl val="lvl"/>
          <dgm:resizeHandles/>
        </dgm:presLayoutVars>
      </dgm:prSet>
      <dgm:spPr/>
    </dgm:pt>
    <dgm:pt modelId="{1735DB55-DC73-40C3-9AF3-41D700F54805}" type="pres">
      <dgm:prSet presAssocID="{A6F245F9-352B-4F88-920A-E6E39B113485}" presName="linNode" presStyleCnt="0"/>
      <dgm:spPr/>
    </dgm:pt>
    <dgm:pt modelId="{555E3CC4-CC40-42A5-B3E9-9FCCB05B7791}" type="pres">
      <dgm:prSet presAssocID="{A6F245F9-352B-4F88-920A-E6E39B113485}" presName="parentShp" presStyleLbl="node1" presStyleIdx="0" presStyleCnt="3">
        <dgm:presLayoutVars>
          <dgm:bulletEnabled val="1"/>
        </dgm:presLayoutVars>
      </dgm:prSet>
      <dgm:spPr/>
    </dgm:pt>
    <dgm:pt modelId="{6F5CC7CD-A871-4025-8188-C795546A0761}" type="pres">
      <dgm:prSet presAssocID="{A6F245F9-352B-4F88-920A-E6E39B113485}" presName="childShp" presStyleLbl="bgAccFollowNode1" presStyleIdx="0" presStyleCnt="3">
        <dgm:presLayoutVars>
          <dgm:bulletEnabled val="1"/>
        </dgm:presLayoutVars>
      </dgm:prSet>
      <dgm:spPr/>
    </dgm:pt>
    <dgm:pt modelId="{336170BA-F065-4800-A4AA-160C5E51E2C4}" type="pres">
      <dgm:prSet presAssocID="{F43607AD-5801-419E-843A-165CFEFB1240}" presName="spacing" presStyleCnt="0"/>
      <dgm:spPr/>
    </dgm:pt>
    <dgm:pt modelId="{83B4B178-549E-47FC-A740-B1066C7326E5}" type="pres">
      <dgm:prSet presAssocID="{29F2A714-C1CB-4D86-9372-D2357FD68C09}" presName="linNode" presStyleCnt="0"/>
      <dgm:spPr/>
    </dgm:pt>
    <dgm:pt modelId="{C82FE36F-8E37-4907-B470-CE18695BBC3E}" type="pres">
      <dgm:prSet presAssocID="{29F2A714-C1CB-4D86-9372-D2357FD68C09}" presName="parentShp" presStyleLbl="node1" presStyleIdx="1" presStyleCnt="3">
        <dgm:presLayoutVars>
          <dgm:bulletEnabled val="1"/>
        </dgm:presLayoutVars>
      </dgm:prSet>
      <dgm:spPr/>
    </dgm:pt>
    <dgm:pt modelId="{EDE08E9A-D9CA-40C3-9E17-96BD412EEF05}" type="pres">
      <dgm:prSet presAssocID="{29F2A714-C1CB-4D86-9372-D2357FD68C09}" presName="childShp" presStyleLbl="bgAccFollowNode1" presStyleIdx="1" presStyleCnt="3">
        <dgm:presLayoutVars>
          <dgm:bulletEnabled val="1"/>
        </dgm:presLayoutVars>
      </dgm:prSet>
      <dgm:spPr/>
    </dgm:pt>
    <dgm:pt modelId="{E2C877B2-9B1F-4922-8B20-0363BF961292}" type="pres">
      <dgm:prSet presAssocID="{26ABF502-4118-4F2C-9DBC-C9C35FD41BE6}" presName="spacing" presStyleCnt="0"/>
      <dgm:spPr/>
    </dgm:pt>
    <dgm:pt modelId="{141A652A-2164-4B61-A331-D4A183E3DD61}" type="pres">
      <dgm:prSet presAssocID="{DB552ED3-212C-4A3E-9183-80ED8777AE35}" presName="linNode" presStyleCnt="0"/>
      <dgm:spPr/>
    </dgm:pt>
    <dgm:pt modelId="{58E98548-FD77-491F-87C6-EB8F7452ACFC}" type="pres">
      <dgm:prSet presAssocID="{DB552ED3-212C-4A3E-9183-80ED8777AE35}" presName="parentShp" presStyleLbl="node1" presStyleIdx="2" presStyleCnt="3">
        <dgm:presLayoutVars>
          <dgm:bulletEnabled val="1"/>
        </dgm:presLayoutVars>
      </dgm:prSet>
      <dgm:spPr/>
    </dgm:pt>
    <dgm:pt modelId="{FDA30DD9-E07D-4D96-A3FD-133165EB25A0}" type="pres">
      <dgm:prSet presAssocID="{DB552ED3-212C-4A3E-9183-80ED8777AE35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42A5D203-BAF6-4A91-8349-F172FE3BACEE}" srcId="{DB552ED3-212C-4A3E-9183-80ED8777AE35}" destId="{D906F169-9661-4D0C-81FB-0ACEAC008E98}" srcOrd="1" destOrd="0" parTransId="{2EF1C184-BDB2-4C49-A922-E23E93599891}" sibTransId="{EAC5F77B-F5B9-4CB6-BCCC-44B04B1A41E2}"/>
    <dgm:cxn modelId="{B4341104-E7E3-4FF7-8AA7-7007669DFEC2}" srcId="{A6F245F9-352B-4F88-920A-E6E39B113485}" destId="{CD5E8A79-05CB-4B95-B44F-2E3F01714EC5}" srcOrd="1" destOrd="0" parTransId="{E2F190CE-3E9A-4C9F-B3A9-1E771AF110B1}" sibTransId="{F5A8EC34-B9D3-42E8-86F4-7212AE1622DA}"/>
    <dgm:cxn modelId="{704A0A08-06BD-4CEC-8816-A6EDE3877C5E}" type="presOf" srcId="{23F123BB-B5AF-40A3-84A2-038BEC33B670}" destId="{EDE08E9A-D9CA-40C3-9E17-96BD412EEF05}" srcOrd="0" destOrd="1" presId="urn:microsoft.com/office/officeart/2005/8/layout/vList6"/>
    <dgm:cxn modelId="{BC771A13-08C3-7741-AD7F-949E676727B2}" type="presOf" srcId="{AB060445-28F9-044B-BE29-6823032CE34C}" destId="{FDA30DD9-E07D-4D96-A3FD-133165EB25A0}" srcOrd="0" destOrd="2" presId="urn:microsoft.com/office/officeart/2005/8/layout/vList6"/>
    <dgm:cxn modelId="{00586D22-2D2C-41BB-92D0-8AE8AA138BB9}" type="presOf" srcId="{D906F169-9661-4D0C-81FB-0ACEAC008E98}" destId="{FDA30DD9-E07D-4D96-A3FD-133165EB25A0}" srcOrd="0" destOrd="1" presId="urn:microsoft.com/office/officeart/2005/8/layout/vList6"/>
    <dgm:cxn modelId="{B0314225-F4A3-4E48-9CFF-20EF6ECFC8C3}" srcId="{DB552ED3-212C-4A3E-9183-80ED8777AE35}" destId="{740DC4FB-948E-4F64-954E-7B3458C4EB1C}" srcOrd="0" destOrd="0" parTransId="{FE2FB505-C476-41EC-82C2-9647D191CE4F}" sibTransId="{97181E8A-581C-4077-B737-97AA5554A391}"/>
    <dgm:cxn modelId="{D1006C4B-DE06-4221-87EE-B706666648EE}" type="presOf" srcId="{CD5E8A79-05CB-4B95-B44F-2E3F01714EC5}" destId="{6F5CC7CD-A871-4025-8188-C795546A0761}" srcOrd="0" destOrd="1" presId="urn:microsoft.com/office/officeart/2005/8/layout/vList6"/>
    <dgm:cxn modelId="{00AF9252-0AD4-4892-B869-19C958DC2E75}" type="presOf" srcId="{DB552ED3-212C-4A3E-9183-80ED8777AE35}" destId="{58E98548-FD77-491F-87C6-EB8F7452ACFC}" srcOrd="0" destOrd="0" presId="urn:microsoft.com/office/officeart/2005/8/layout/vList6"/>
    <dgm:cxn modelId="{4FFFE955-E192-4B1B-9E98-4F3DB65FAB74}" srcId="{08DD6E3D-3D15-458F-B697-FD68E7D8F78A}" destId="{29F2A714-C1CB-4D86-9372-D2357FD68C09}" srcOrd="1" destOrd="0" parTransId="{837E2382-572A-4C8E-B355-8DE38AF73091}" sibTransId="{26ABF502-4118-4F2C-9DBC-C9C35FD41BE6}"/>
    <dgm:cxn modelId="{B40DA960-881B-4CD1-A862-C8386917E33F}" type="presOf" srcId="{29F2A714-C1CB-4D86-9372-D2357FD68C09}" destId="{C82FE36F-8E37-4907-B470-CE18695BBC3E}" srcOrd="0" destOrd="0" presId="urn:microsoft.com/office/officeart/2005/8/layout/vList6"/>
    <dgm:cxn modelId="{E7121A71-605B-4509-9D6D-16819026B08C}" srcId="{29F2A714-C1CB-4D86-9372-D2357FD68C09}" destId="{0A0A836C-17DF-4E1B-99C4-0241E4810EF1}" srcOrd="0" destOrd="0" parTransId="{B0967691-922A-4C27-ABCA-00825025F171}" sibTransId="{28B7EB01-908C-44D0-8991-E386CE5822B6}"/>
    <dgm:cxn modelId="{048ED07A-C942-40FC-B51E-1953EB5F3D1F}" srcId="{08DD6E3D-3D15-458F-B697-FD68E7D8F78A}" destId="{A6F245F9-352B-4F88-920A-E6E39B113485}" srcOrd="0" destOrd="0" parTransId="{30CFB5CB-1FE2-4359-ADCF-06EDDEFA09A0}" sibTransId="{F43607AD-5801-419E-843A-165CFEFB1240}"/>
    <dgm:cxn modelId="{7A8CBC80-B46D-4AA7-A12D-AED5BDB1FF9C}" type="presOf" srcId="{08DD6E3D-3D15-458F-B697-FD68E7D8F78A}" destId="{1FBB5556-09B9-4A04-BCCF-F2516F8B76BE}" srcOrd="0" destOrd="0" presId="urn:microsoft.com/office/officeart/2005/8/layout/vList6"/>
    <dgm:cxn modelId="{DCE31B87-6E93-4226-8D87-1AAC209DCF6C}" type="presOf" srcId="{740DC4FB-948E-4F64-954E-7B3458C4EB1C}" destId="{FDA30DD9-E07D-4D96-A3FD-133165EB25A0}" srcOrd="0" destOrd="0" presId="urn:microsoft.com/office/officeart/2005/8/layout/vList6"/>
    <dgm:cxn modelId="{ACC88C88-C93C-4D4E-8377-711813E32B9F}" srcId="{29F2A714-C1CB-4D86-9372-D2357FD68C09}" destId="{23F123BB-B5AF-40A3-84A2-038BEC33B670}" srcOrd="1" destOrd="0" parTransId="{D564EF92-7FCC-414D-B663-3AD5F025BB6E}" sibTransId="{1A118A6B-4649-46AC-9010-1C97A5D28712}"/>
    <dgm:cxn modelId="{CF9C2189-1CB7-4D45-A9CE-AEF0BBBF65E2}" srcId="{08DD6E3D-3D15-458F-B697-FD68E7D8F78A}" destId="{DB552ED3-212C-4A3E-9183-80ED8777AE35}" srcOrd="2" destOrd="0" parTransId="{88B37A74-637A-4901-B815-D87204B4F512}" sibTransId="{CAE82175-BFEF-4A43-933F-9E897BADB14E}"/>
    <dgm:cxn modelId="{F62D3E92-1D39-064A-93CC-901892617F0C}" srcId="{DB552ED3-212C-4A3E-9183-80ED8777AE35}" destId="{AB060445-28F9-044B-BE29-6823032CE34C}" srcOrd="2" destOrd="0" parTransId="{B325FB2B-BE7D-8141-8C1D-2DB9B4EC72AD}" sibTransId="{BCE81F97-5448-3649-9E17-41F32BC753BE}"/>
    <dgm:cxn modelId="{4B02C4A0-439B-C044-935D-7D44C080BEED}" type="presOf" srcId="{CB7A9706-2C07-5649-982F-58933233D9F1}" destId="{6F5CC7CD-A871-4025-8188-C795546A0761}" srcOrd="0" destOrd="2" presId="urn:microsoft.com/office/officeart/2005/8/layout/vList6"/>
    <dgm:cxn modelId="{ED5580A2-C596-46B2-80E1-493EB75A45D3}" srcId="{A6F245F9-352B-4F88-920A-E6E39B113485}" destId="{2CA31D96-A14E-4F01-97E9-4B5096D519DE}" srcOrd="0" destOrd="0" parTransId="{EDB232C8-3512-440D-8845-2EF5C0A7CFF2}" sibTransId="{D41456DF-A5C1-43D5-93F8-ED116693E838}"/>
    <dgm:cxn modelId="{46AA3CAF-8187-494A-8BE4-1B7A6F85F0D6}" type="presOf" srcId="{2CA31D96-A14E-4F01-97E9-4B5096D519DE}" destId="{6F5CC7CD-A871-4025-8188-C795546A0761}" srcOrd="0" destOrd="0" presId="urn:microsoft.com/office/officeart/2005/8/layout/vList6"/>
    <dgm:cxn modelId="{FC4DF9CD-1CBE-448F-870A-C45ECB45CFF6}" type="presOf" srcId="{A6F245F9-352B-4F88-920A-E6E39B113485}" destId="{555E3CC4-CC40-42A5-B3E9-9FCCB05B7791}" srcOrd="0" destOrd="0" presId="urn:microsoft.com/office/officeart/2005/8/layout/vList6"/>
    <dgm:cxn modelId="{5B5548DA-FF45-4988-AFB5-E5BACB89EF69}" type="presOf" srcId="{0A0A836C-17DF-4E1B-99C4-0241E4810EF1}" destId="{EDE08E9A-D9CA-40C3-9E17-96BD412EEF05}" srcOrd="0" destOrd="0" presId="urn:microsoft.com/office/officeart/2005/8/layout/vList6"/>
    <dgm:cxn modelId="{D4AFAAF8-7E70-7B4C-8119-54E107FD37E4}" srcId="{A6F245F9-352B-4F88-920A-E6E39B113485}" destId="{CB7A9706-2C07-5649-982F-58933233D9F1}" srcOrd="2" destOrd="0" parTransId="{178A0D23-313F-EB42-9166-C45556958997}" sibTransId="{E292D786-7863-7648-9278-779A038C43DD}"/>
    <dgm:cxn modelId="{0FB032F7-3E8A-443D-A9BB-0BA1C39CF60E}" type="presParOf" srcId="{1FBB5556-09B9-4A04-BCCF-F2516F8B76BE}" destId="{1735DB55-DC73-40C3-9AF3-41D700F54805}" srcOrd="0" destOrd="0" presId="urn:microsoft.com/office/officeart/2005/8/layout/vList6"/>
    <dgm:cxn modelId="{245ECE96-33DA-4AEF-B835-697D37612972}" type="presParOf" srcId="{1735DB55-DC73-40C3-9AF3-41D700F54805}" destId="{555E3CC4-CC40-42A5-B3E9-9FCCB05B7791}" srcOrd="0" destOrd="0" presId="urn:microsoft.com/office/officeart/2005/8/layout/vList6"/>
    <dgm:cxn modelId="{29908122-2589-48D6-88D0-329964FE102E}" type="presParOf" srcId="{1735DB55-DC73-40C3-9AF3-41D700F54805}" destId="{6F5CC7CD-A871-4025-8188-C795546A0761}" srcOrd="1" destOrd="0" presId="urn:microsoft.com/office/officeart/2005/8/layout/vList6"/>
    <dgm:cxn modelId="{44BFEAEB-DC24-430C-8272-83E2C515C256}" type="presParOf" srcId="{1FBB5556-09B9-4A04-BCCF-F2516F8B76BE}" destId="{336170BA-F065-4800-A4AA-160C5E51E2C4}" srcOrd="1" destOrd="0" presId="urn:microsoft.com/office/officeart/2005/8/layout/vList6"/>
    <dgm:cxn modelId="{A127B9C9-A18B-4B5D-AAE0-F2A4C6E299BD}" type="presParOf" srcId="{1FBB5556-09B9-4A04-BCCF-F2516F8B76BE}" destId="{83B4B178-549E-47FC-A740-B1066C7326E5}" srcOrd="2" destOrd="0" presId="urn:microsoft.com/office/officeart/2005/8/layout/vList6"/>
    <dgm:cxn modelId="{639FEF15-333D-44FE-A1BF-87652EEC6EFB}" type="presParOf" srcId="{83B4B178-549E-47FC-A740-B1066C7326E5}" destId="{C82FE36F-8E37-4907-B470-CE18695BBC3E}" srcOrd="0" destOrd="0" presId="urn:microsoft.com/office/officeart/2005/8/layout/vList6"/>
    <dgm:cxn modelId="{1C772C95-063C-4275-8D67-5956B8FBD35A}" type="presParOf" srcId="{83B4B178-549E-47FC-A740-B1066C7326E5}" destId="{EDE08E9A-D9CA-40C3-9E17-96BD412EEF05}" srcOrd="1" destOrd="0" presId="urn:microsoft.com/office/officeart/2005/8/layout/vList6"/>
    <dgm:cxn modelId="{A3E1A2F9-9063-4296-AB9C-EDF21BB829F6}" type="presParOf" srcId="{1FBB5556-09B9-4A04-BCCF-F2516F8B76BE}" destId="{E2C877B2-9B1F-4922-8B20-0363BF961292}" srcOrd="3" destOrd="0" presId="urn:microsoft.com/office/officeart/2005/8/layout/vList6"/>
    <dgm:cxn modelId="{7E06CB34-301A-4E3D-A6AF-515D15FA9071}" type="presParOf" srcId="{1FBB5556-09B9-4A04-BCCF-F2516F8B76BE}" destId="{141A652A-2164-4B61-A331-D4A183E3DD61}" srcOrd="4" destOrd="0" presId="urn:microsoft.com/office/officeart/2005/8/layout/vList6"/>
    <dgm:cxn modelId="{B4F26B55-44EB-4ADC-ADBE-FFFDDFFCC667}" type="presParOf" srcId="{141A652A-2164-4B61-A331-D4A183E3DD61}" destId="{58E98548-FD77-491F-87C6-EB8F7452ACFC}" srcOrd="0" destOrd="0" presId="urn:microsoft.com/office/officeart/2005/8/layout/vList6"/>
    <dgm:cxn modelId="{507E2060-A4A1-4185-BD42-566DBC79BDF5}" type="presParOf" srcId="{141A652A-2164-4B61-A331-D4A183E3DD61}" destId="{FDA30DD9-E07D-4D96-A3FD-133165EB25A0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4FC2F3-8FC7-47A5-8213-7A8208B46DF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F64D71-6E32-4864-8F2C-6FA7F16181C9}">
      <dgm:prSet phldrT="[Text]"/>
      <dgm:spPr/>
      <dgm:t>
        <a:bodyPr/>
        <a:lstStyle/>
        <a:p>
          <a:r>
            <a:rPr lang="en-US" dirty="0"/>
            <a:t>Metaraminol</a:t>
          </a:r>
        </a:p>
      </dgm:t>
    </dgm:pt>
    <dgm:pt modelId="{4D5D75DB-5C21-46A4-AA17-14B4E42EF7A8}" type="parTrans" cxnId="{880C651E-EEE4-419F-AB81-178D6AD02DDA}">
      <dgm:prSet/>
      <dgm:spPr/>
      <dgm:t>
        <a:bodyPr/>
        <a:lstStyle/>
        <a:p>
          <a:endParaRPr lang="en-US"/>
        </a:p>
      </dgm:t>
    </dgm:pt>
    <dgm:pt modelId="{523AD694-754F-485F-9D7D-5A09C366BC1B}" type="sibTrans" cxnId="{880C651E-EEE4-419F-AB81-178D6AD02DDA}">
      <dgm:prSet/>
      <dgm:spPr/>
      <dgm:t>
        <a:bodyPr/>
        <a:lstStyle/>
        <a:p>
          <a:endParaRPr lang="en-US"/>
        </a:p>
      </dgm:t>
    </dgm:pt>
    <dgm:pt modelId="{4726907C-DF58-4096-8BD0-9B6FF6101A16}">
      <dgm:prSet phldrT="[Text]"/>
      <dgm:spPr/>
      <dgm:t>
        <a:bodyPr/>
        <a:lstStyle/>
        <a:p>
          <a:r>
            <a:rPr lang="en-US" dirty="0"/>
            <a:t>Adrenaline 10 mcg bolus</a:t>
          </a:r>
        </a:p>
      </dgm:t>
    </dgm:pt>
    <dgm:pt modelId="{9A8C705E-C14B-4A10-802E-D2ADCB7BC149}" type="parTrans" cxnId="{50CDF8E9-E574-4700-B31D-ABC79A6A2F93}">
      <dgm:prSet/>
      <dgm:spPr/>
      <dgm:t>
        <a:bodyPr/>
        <a:lstStyle/>
        <a:p>
          <a:endParaRPr lang="en-US"/>
        </a:p>
      </dgm:t>
    </dgm:pt>
    <dgm:pt modelId="{319BEC9A-3CCE-4150-A10A-C260C780478E}" type="sibTrans" cxnId="{50CDF8E9-E574-4700-B31D-ABC79A6A2F93}">
      <dgm:prSet/>
      <dgm:spPr/>
      <dgm:t>
        <a:bodyPr/>
        <a:lstStyle/>
        <a:p>
          <a:endParaRPr lang="en-US"/>
        </a:p>
      </dgm:t>
    </dgm:pt>
    <dgm:pt modelId="{0016EE88-FBAC-4AFA-9886-F02AD6D35271}">
      <dgm:prSet phldrT="[Text]"/>
      <dgm:spPr/>
      <dgm:t>
        <a:bodyPr/>
        <a:lstStyle/>
        <a:p>
          <a:r>
            <a:rPr lang="en-US" dirty="0" err="1"/>
            <a:t>Bicabonate</a:t>
          </a:r>
          <a:r>
            <a:rPr lang="en-US" dirty="0"/>
            <a:t> bolus</a:t>
          </a:r>
        </a:p>
      </dgm:t>
    </dgm:pt>
    <dgm:pt modelId="{A8EDF0C3-797F-473F-87BA-E6DD309BACF9}" type="parTrans" cxnId="{C611F783-1FB4-493A-AAD3-5994571E9CF0}">
      <dgm:prSet/>
      <dgm:spPr/>
      <dgm:t>
        <a:bodyPr/>
        <a:lstStyle/>
        <a:p>
          <a:endParaRPr lang="en-US"/>
        </a:p>
      </dgm:t>
    </dgm:pt>
    <dgm:pt modelId="{075C4A4C-A67F-4BCD-99CC-C0208AD3D736}" type="sibTrans" cxnId="{C611F783-1FB4-493A-AAD3-5994571E9CF0}">
      <dgm:prSet/>
      <dgm:spPr/>
      <dgm:t>
        <a:bodyPr/>
        <a:lstStyle/>
        <a:p>
          <a:endParaRPr lang="en-US"/>
        </a:p>
      </dgm:t>
    </dgm:pt>
    <dgm:pt modelId="{E22ABCD5-5DA6-43EA-9235-B0B5A1E6DBB5}">
      <dgm:prSet phldrT="[Text]"/>
      <dgm:spPr/>
      <dgm:t>
        <a:bodyPr/>
        <a:lstStyle/>
        <a:p>
          <a:r>
            <a:rPr lang="en-US" dirty="0"/>
            <a:t>Glucose Insulin</a:t>
          </a:r>
        </a:p>
      </dgm:t>
    </dgm:pt>
    <dgm:pt modelId="{3A842BDF-D3F7-44A5-BA63-4E0CB1AFE441}" type="parTrans" cxnId="{18E566F5-DE2A-40A7-A31C-E7451DEA44FB}">
      <dgm:prSet/>
      <dgm:spPr/>
      <dgm:t>
        <a:bodyPr/>
        <a:lstStyle/>
        <a:p>
          <a:endParaRPr lang="en-US"/>
        </a:p>
      </dgm:t>
    </dgm:pt>
    <dgm:pt modelId="{BD47B240-FE9F-4998-ACC9-A73A282EAFD6}" type="sibTrans" cxnId="{18E566F5-DE2A-40A7-A31C-E7451DEA44FB}">
      <dgm:prSet/>
      <dgm:spPr/>
      <dgm:t>
        <a:bodyPr/>
        <a:lstStyle/>
        <a:p>
          <a:endParaRPr lang="en-US"/>
        </a:p>
      </dgm:t>
    </dgm:pt>
    <dgm:pt modelId="{DF1E402C-B9F8-418C-AED8-CDEEF0FB1677}">
      <dgm:prSet phldrT="[Text]"/>
      <dgm:spPr/>
      <dgm:t>
        <a:bodyPr/>
        <a:lstStyle/>
        <a:p>
          <a:r>
            <a:rPr lang="en-US" dirty="0"/>
            <a:t>Fluid resuscitation</a:t>
          </a:r>
        </a:p>
      </dgm:t>
    </dgm:pt>
    <dgm:pt modelId="{A9727C6B-A6BD-4E3D-BF61-1E610D766721}" type="parTrans" cxnId="{A8E57FA1-3EBC-420A-91D6-059B84DC26A2}">
      <dgm:prSet/>
      <dgm:spPr/>
      <dgm:t>
        <a:bodyPr/>
        <a:lstStyle/>
        <a:p>
          <a:endParaRPr lang="en-US"/>
        </a:p>
      </dgm:t>
    </dgm:pt>
    <dgm:pt modelId="{EA7C6281-FEBF-4D7F-B7C9-806D7F2E1D62}" type="sibTrans" cxnId="{A8E57FA1-3EBC-420A-91D6-059B84DC26A2}">
      <dgm:prSet/>
      <dgm:spPr/>
      <dgm:t>
        <a:bodyPr/>
        <a:lstStyle/>
        <a:p>
          <a:endParaRPr lang="en-US"/>
        </a:p>
      </dgm:t>
    </dgm:pt>
    <dgm:pt modelId="{B28F4E97-6653-4D97-AF4A-41AF512A6D85}" type="pres">
      <dgm:prSet presAssocID="{D24FC2F3-8FC7-47A5-8213-7A8208B46DF8}" presName="diagram" presStyleCnt="0">
        <dgm:presLayoutVars>
          <dgm:dir/>
          <dgm:resizeHandles val="exact"/>
        </dgm:presLayoutVars>
      </dgm:prSet>
      <dgm:spPr/>
    </dgm:pt>
    <dgm:pt modelId="{0BB2C5E1-0BFD-4B56-95EF-3EB8F1EA49C4}" type="pres">
      <dgm:prSet presAssocID="{8FF64D71-6E32-4864-8F2C-6FA7F16181C9}" presName="node" presStyleLbl="node1" presStyleIdx="0" presStyleCnt="5">
        <dgm:presLayoutVars>
          <dgm:bulletEnabled val="1"/>
        </dgm:presLayoutVars>
      </dgm:prSet>
      <dgm:spPr/>
    </dgm:pt>
    <dgm:pt modelId="{9F99DB30-CB72-4488-B4A0-787EB3467839}" type="pres">
      <dgm:prSet presAssocID="{523AD694-754F-485F-9D7D-5A09C366BC1B}" presName="sibTrans" presStyleCnt="0"/>
      <dgm:spPr/>
    </dgm:pt>
    <dgm:pt modelId="{B3A06480-D9F7-452C-9380-A3CBAF77A426}" type="pres">
      <dgm:prSet presAssocID="{4726907C-DF58-4096-8BD0-9B6FF6101A16}" presName="node" presStyleLbl="node1" presStyleIdx="1" presStyleCnt="5">
        <dgm:presLayoutVars>
          <dgm:bulletEnabled val="1"/>
        </dgm:presLayoutVars>
      </dgm:prSet>
      <dgm:spPr/>
    </dgm:pt>
    <dgm:pt modelId="{F1EDC369-BED5-44B8-B861-F9E7E10669E5}" type="pres">
      <dgm:prSet presAssocID="{319BEC9A-3CCE-4150-A10A-C260C780478E}" presName="sibTrans" presStyleCnt="0"/>
      <dgm:spPr/>
    </dgm:pt>
    <dgm:pt modelId="{F8FC38D9-0E8E-40D1-9A91-88C78BD8FDC1}" type="pres">
      <dgm:prSet presAssocID="{0016EE88-FBAC-4AFA-9886-F02AD6D35271}" presName="node" presStyleLbl="node1" presStyleIdx="2" presStyleCnt="5">
        <dgm:presLayoutVars>
          <dgm:bulletEnabled val="1"/>
        </dgm:presLayoutVars>
      </dgm:prSet>
      <dgm:spPr/>
    </dgm:pt>
    <dgm:pt modelId="{B817CBE8-D7BA-4F43-B991-E4CDB88993F4}" type="pres">
      <dgm:prSet presAssocID="{075C4A4C-A67F-4BCD-99CC-C0208AD3D736}" presName="sibTrans" presStyleCnt="0"/>
      <dgm:spPr/>
    </dgm:pt>
    <dgm:pt modelId="{64DC1B92-5E9D-449F-9F63-1830F60899B8}" type="pres">
      <dgm:prSet presAssocID="{E22ABCD5-5DA6-43EA-9235-B0B5A1E6DBB5}" presName="node" presStyleLbl="node1" presStyleIdx="3" presStyleCnt="5">
        <dgm:presLayoutVars>
          <dgm:bulletEnabled val="1"/>
        </dgm:presLayoutVars>
      </dgm:prSet>
      <dgm:spPr/>
    </dgm:pt>
    <dgm:pt modelId="{50FD3059-A45D-4C6F-A001-6928FA3DC92A}" type="pres">
      <dgm:prSet presAssocID="{BD47B240-FE9F-4998-ACC9-A73A282EAFD6}" presName="sibTrans" presStyleCnt="0"/>
      <dgm:spPr/>
    </dgm:pt>
    <dgm:pt modelId="{F1AFF544-F121-4E0C-83F1-585CC741C6B4}" type="pres">
      <dgm:prSet presAssocID="{DF1E402C-B9F8-418C-AED8-CDEEF0FB1677}" presName="node" presStyleLbl="node1" presStyleIdx="4" presStyleCnt="5">
        <dgm:presLayoutVars>
          <dgm:bulletEnabled val="1"/>
        </dgm:presLayoutVars>
      </dgm:prSet>
      <dgm:spPr/>
    </dgm:pt>
  </dgm:ptLst>
  <dgm:cxnLst>
    <dgm:cxn modelId="{880C651E-EEE4-419F-AB81-178D6AD02DDA}" srcId="{D24FC2F3-8FC7-47A5-8213-7A8208B46DF8}" destId="{8FF64D71-6E32-4864-8F2C-6FA7F16181C9}" srcOrd="0" destOrd="0" parTransId="{4D5D75DB-5C21-46A4-AA17-14B4E42EF7A8}" sibTransId="{523AD694-754F-485F-9D7D-5A09C366BC1B}"/>
    <dgm:cxn modelId="{53C59544-7E38-43CB-97AA-911EB9F4A85E}" type="presOf" srcId="{4726907C-DF58-4096-8BD0-9B6FF6101A16}" destId="{B3A06480-D9F7-452C-9380-A3CBAF77A426}" srcOrd="0" destOrd="0" presId="urn:microsoft.com/office/officeart/2005/8/layout/default"/>
    <dgm:cxn modelId="{BB5D1157-2993-4F3B-8F15-39389DFC56A7}" type="presOf" srcId="{E22ABCD5-5DA6-43EA-9235-B0B5A1E6DBB5}" destId="{64DC1B92-5E9D-449F-9F63-1830F60899B8}" srcOrd="0" destOrd="0" presId="urn:microsoft.com/office/officeart/2005/8/layout/default"/>
    <dgm:cxn modelId="{2F259078-4AAB-4C34-A0B1-B6259472034E}" type="presOf" srcId="{D24FC2F3-8FC7-47A5-8213-7A8208B46DF8}" destId="{B28F4E97-6653-4D97-AF4A-41AF512A6D85}" srcOrd="0" destOrd="0" presId="urn:microsoft.com/office/officeart/2005/8/layout/default"/>
    <dgm:cxn modelId="{C611F783-1FB4-493A-AAD3-5994571E9CF0}" srcId="{D24FC2F3-8FC7-47A5-8213-7A8208B46DF8}" destId="{0016EE88-FBAC-4AFA-9886-F02AD6D35271}" srcOrd="2" destOrd="0" parTransId="{A8EDF0C3-797F-473F-87BA-E6DD309BACF9}" sibTransId="{075C4A4C-A67F-4BCD-99CC-C0208AD3D736}"/>
    <dgm:cxn modelId="{A8E57FA1-3EBC-420A-91D6-059B84DC26A2}" srcId="{D24FC2F3-8FC7-47A5-8213-7A8208B46DF8}" destId="{DF1E402C-B9F8-418C-AED8-CDEEF0FB1677}" srcOrd="4" destOrd="0" parTransId="{A9727C6B-A6BD-4E3D-BF61-1E610D766721}" sibTransId="{EA7C6281-FEBF-4D7F-B7C9-806D7F2E1D62}"/>
    <dgm:cxn modelId="{926ACFA5-8D97-41D9-8FF0-469D066712D9}" type="presOf" srcId="{DF1E402C-B9F8-418C-AED8-CDEEF0FB1677}" destId="{F1AFF544-F121-4E0C-83F1-585CC741C6B4}" srcOrd="0" destOrd="0" presId="urn:microsoft.com/office/officeart/2005/8/layout/default"/>
    <dgm:cxn modelId="{6AC16ABE-9CCA-4333-9EE2-CC99CABC69E4}" type="presOf" srcId="{0016EE88-FBAC-4AFA-9886-F02AD6D35271}" destId="{F8FC38D9-0E8E-40D1-9A91-88C78BD8FDC1}" srcOrd="0" destOrd="0" presId="urn:microsoft.com/office/officeart/2005/8/layout/default"/>
    <dgm:cxn modelId="{32929ED2-93E6-4209-94F3-B96A11F3EC39}" type="presOf" srcId="{8FF64D71-6E32-4864-8F2C-6FA7F16181C9}" destId="{0BB2C5E1-0BFD-4B56-95EF-3EB8F1EA49C4}" srcOrd="0" destOrd="0" presId="urn:microsoft.com/office/officeart/2005/8/layout/default"/>
    <dgm:cxn modelId="{50CDF8E9-E574-4700-B31D-ABC79A6A2F93}" srcId="{D24FC2F3-8FC7-47A5-8213-7A8208B46DF8}" destId="{4726907C-DF58-4096-8BD0-9B6FF6101A16}" srcOrd="1" destOrd="0" parTransId="{9A8C705E-C14B-4A10-802E-D2ADCB7BC149}" sibTransId="{319BEC9A-3CCE-4150-A10A-C260C780478E}"/>
    <dgm:cxn modelId="{18E566F5-DE2A-40A7-A31C-E7451DEA44FB}" srcId="{D24FC2F3-8FC7-47A5-8213-7A8208B46DF8}" destId="{E22ABCD5-5DA6-43EA-9235-B0B5A1E6DBB5}" srcOrd="3" destOrd="0" parTransId="{3A842BDF-D3F7-44A5-BA63-4E0CB1AFE441}" sibTransId="{BD47B240-FE9F-4998-ACC9-A73A282EAFD6}"/>
    <dgm:cxn modelId="{BDADF498-44CE-463B-8603-5D78265517F5}" type="presParOf" srcId="{B28F4E97-6653-4D97-AF4A-41AF512A6D85}" destId="{0BB2C5E1-0BFD-4B56-95EF-3EB8F1EA49C4}" srcOrd="0" destOrd="0" presId="urn:microsoft.com/office/officeart/2005/8/layout/default"/>
    <dgm:cxn modelId="{0DB53AC7-7818-4FBB-844C-E8F2E5316F37}" type="presParOf" srcId="{B28F4E97-6653-4D97-AF4A-41AF512A6D85}" destId="{9F99DB30-CB72-4488-B4A0-787EB3467839}" srcOrd="1" destOrd="0" presId="urn:microsoft.com/office/officeart/2005/8/layout/default"/>
    <dgm:cxn modelId="{4CBE1C29-7EE0-4481-8FEA-170D6E8BB43A}" type="presParOf" srcId="{B28F4E97-6653-4D97-AF4A-41AF512A6D85}" destId="{B3A06480-D9F7-452C-9380-A3CBAF77A426}" srcOrd="2" destOrd="0" presId="urn:microsoft.com/office/officeart/2005/8/layout/default"/>
    <dgm:cxn modelId="{B817BD82-631D-4BA1-B8CF-44F868B3DB71}" type="presParOf" srcId="{B28F4E97-6653-4D97-AF4A-41AF512A6D85}" destId="{F1EDC369-BED5-44B8-B861-F9E7E10669E5}" srcOrd="3" destOrd="0" presId="urn:microsoft.com/office/officeart/2005/8/layout/default"/>
    <dgm:cxn modelId="{6335AD7F-E083-438B-9B2C-7EEC4606DC2F}" type="presParOf" srcId="{B28F4E97-6653-4D97-AF4A-41AF512A6D85}" destId="{F8FC38D9-0E8E-40D1-9A91-88C78BD8FDC1}" srcOrd="4" destOrd="0" presId="urn:microsoft.com/office/officeart/2005/8/layout/default"/>
    <dgm:cxn modelId="{CD8213C7-CEB9-409E-BAC8-964BAD05A8CD}" type="presParOf" srcId="{B28F4E97-6653-4D97-AF4A-41AF512A6D85}" destId="{B817CBE8-D7BA-4F43-B991-E4CDB88993F4}" srcOrd="5" destOrd="0" presId="urn:microsoft.com/office/officeart/2005/8/layout/default"/>
    <dgm:cxn modelId="{26BE1879-BE71-423B-A152-AEE785582601}" type="presParOf" srcId="{B28F4E97-6653-4D97-AF4A-41AF512A6D85}" destId="{64DC1B92-5E9D-449F-9F63-1830F60899B8}" srcOrd="6" destOrd="0" presId="urn:microsoft.com/office/officeart/2005/8/layout/default"/>
    <dgm:cxn modelId="{C10BDEF2-3DB0-4DEA-8CB6-DADB7A3E9218}" type="presParOf" srcId="{B28F4E97-6653-4D97-AF4A-41AF512A6D85}" destId="{50FD3059-A45D-4C6F-A001-6928FA3DC92A}" srcOrd="7" destOrd="0" presId="urn:microsoft.com/office/officeart/2005/8/layout/default"/>
    <dgm:cxn modelId="{84D00F67-8E1F-4270-9AAA-43416ADDB098}" type="presParOf" srcId="{B28F4E97-6653-4D97-AF4A-41AF512A6D85}" destId="{F1AFF544-F121-4E0C-83F1-585CC741C6B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24FC2F3-8FC7-47A5-8213-7A8208B46DF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F64D71-6E32-4864-8F2C-6FA7F16181C9}">
      <dgm:prSet phldrT="[Text]"/>
      <dgm:spPr/>
      <dgm:t>
        <a:bodyPr/>
        <a:lstStyle/>
        <a:p>
          <a:r>
            <a:rPr lang="en-US" dirty="0"/>
            <a:t>Methylene Blue</a:t>
          </a:r>
        </a:p>
      </dgm:t>
    </dgm:pt>
    <dgm:pt modelId="{4D5D75DB-5C21-46A4-AA17-14B4E42EF7A8}" type="parTrans" cxnId="{880C651E-EEE4-419F-AB81-178D6AD02DDA}">
      <dgm:prSet/>
      <dgm:spPr/>
      <dgm:t>
        <a:bodyPr/>
        <a:lstStyle/>
        <a:p>
          <a:endParaRPr lang="en-US"/>
        </a:p>
      </dgm:t>
    </dgm:pt>
    <dgm:pt modelId="{523AD694-754F-485F-9D7D-5A09C366BC1B}" type="sibTrans" cxnId="{880C651E-EEE4-419F-AB81-178D6AD02DDA}">
      <dgm:prSet/>
      <dgm:spPr/>
      <dgm:t>
        <a:bodyPr/>
        <a:lstStyle/>
        <a:p>
          <a:endParaRPr lang="en-US"/>
        </a:p>
      </dgm:t>
    </dgm:pt>
    <dgm:pt modelId="{4726907C-DF58-4096-8BD0-9B6FF6101A16}">
      <dgm:prSet phldrT="[Text]"/>
      <dgm:spPr/>
      <dgm:t>
        <a:bodyPr/>
        <a:lstStyle/>
        <a:p>
          <a:r>
            <a:rPr lang="en-US" dirty="0" err="1"/>
            <a:t>Hydroxycobalamine</a:t>
          </a:r>
          <a:endParaRPr lang="en-US" dirty="0"/>
        </a:p>
      </dgm:t>
    </dgm:pt>
    <dgm:pt modelId="{9A8C705E-C14B-4A10-802E-D2ADCB7BC149}" type="parTrans" cxnId="{50CDF8E9-E574-4700-B31D-ABC79A6A2F93}">
      <dgm:prSet/>
      <dgm:spPr/>
      <dgm:t>
        <a:bodyPr/>
        <a:lstStyle/>
        <a:p>
          <a:endParaRPr lang="en-US"/>
        </a:p>
      </dgm:t>
    </dgm:pt>
    <dgm:pt modelId="{319BEC9A-3CCE-4150-A10A-C260C780478E}" type="sibTrans" cxnId="{50CDF8E9-E574-4700-B31D-ABC79A6A2F93}">
      <dgm:prSet/>
      <dgm:spPr/>
      <dgm:t>
        <a:bodyPr/>
        <a:lstStyle/>
        <a:p>
          <a:endParaRPr lang="en-US"/>
        </a:p>
      </dgm:t>
    </dgm:pt>
    <dgm:pt modelId="{0016EE88-FBAC-4AFA-9886-F02AD6D35271}">
      <dgm:prSet phldrT="[Text]"/>
      <dgm:spPr/>
      <dgm:t>
        <a:bodyPr/>
        <a:lstStyle/>
        <a:p>
          <a:endParaRPr lang="en-US" dirty="0"/>
        </a:p>
      </dgm:t>
    </dgm:pt>
    <dgm:pt modelId="{A8EDF0C3-797F-473F-87BA-E6DD309BACF9}" type="parTrans" cxnId="{C611F783-1FB4-493A-AAD3-5994571E9CF0}">
      <dgm:prSet/>
      <dgm:spPr/>
      <dgm:t>
        <a:bodyPr/>
        <a:lstStyle/>
        <a:p>
          <a:endParaRPr lang="en-US"/>
        </a:p>
      </dgm:t>
    </dgm:pt>
    <dgm:pt modelId="{075C4A4C-A67F-4BCD-99CC-C0208AD3D736}" type="sibTrans" cxnId="{C611F783-1FB4-493A-AAD3-5994571E9CF0}">
      <dgm:prSet/>
      <dgm:spPr/>
      <dgm:t>
        <a:bodyPr/>
        <a:lstStyle/>
        <a:p>
          <a:endParaRPr lang="en-US"/>
        </a:p>
      </dgm:t>
    </dgm:pt>
    <dgm:pt modelId="{E22ABCD5-5DA6-43EA-9235-B0B5A1E6DBB5}">
      <dgm:prSet phldrT="[Text]"/>
      <dgm:spPr/>
      <dgm:t>
        <a:bodyPr/>
        <a:lstStyle/>
        <a:p>
          <a:endParaRPr lang="en-US" dirty="0"/>
        </a:p>
      </dgm:t>
    </dgm:pt>
    <dgm:pt modelId="{3A842BDF-D3F7-44A5-BA63-4E0CB1AFE441}" type="parTrans" cxnId="{18E566F5-DE2A-40A7-A31C-E7451DEA44FB}">
      <dgm:prSet/>
      <dgm:spPr/>
      <dgm:t>
        <a:bodyPr/>
        <a:lstStyle/>
        <a:p>
          <a:endParaRPr lang="en-US"/>
        </a:p>
      </dgm:t>
    </dgm:pt>
    <dgm:pt modelId="{BD47B240-FE9F-4998-ACC9-A73A282EAFD6}" type="sibTrans" cxnId="{18E566F5-DE2A-40A7-A31C-E7451DEA44FB}">
      <dgm:prSet/>
      <dgm:spPr/>
      <dgm:t>
        <a:bodyPr/>
        <a:lstStyle/>
        <a:p>
          <a:endParaRPr lang="en-US"/>
        </a:p>
      </dgm:t>
    </dgm:pt>
    <dgm:pt modelId="{DF1E402C-B9F8-418C-AED8-CDEEF0FB1677}">
      <dgm:prSet phldrT="[Text]"/>
      <dgm:spPr/>
      <dgm:t>
        <a:bodyPr/>
        <a:lstStyle/>
        <a:p>
          <a:r>
            <a:rPr lang="en-US" dirty="0"/>
            <a:t>REFRACTORY</a:t>
          </a:r>
        </a:p>
      </dgm:t>
    </dgm:pt>
    <dgm:pt modelId="{A9727C6B-A6BD-4E3D-BF61-1E610D766721}" type="parTrans" cxnId="{A8E57FA1-3EBC-420A-91D6-059B84DC26A2}">
      <dgm:prSet/>
      <dgm:spPr/>
      <dgm:t>
        <a:bodyPr/>
        <a:lstStyle/>
        <a:p>
          <a:endParaRPr lang="en-US"/>
        </a:p>
      </dgm:t>
    </dgm:pt>
    <dgm:pt modelId="{EA7C6281-FEBF-4D7F-B7C9-806D7F2E1D62}" type="sibTrans" cxnId="{A8E57FA1-3EBC-420A-91D6-059B84DC26A2}">
      <dgm:prSet/>
      <dgm:spPr/>
      <dgm:t>
        <a:bodyPr/>
        <a:lstStyle/>
        <a:p>
          <a:endParaRPr lang="en-US"/>
        </a:p>
      </dgm:t>
    </dgm:pt>
    <dgm:pt modelId="{B28F4E97-6653-4D97-AF4A-41AF512A6D85}" type="pres">
      <dgm:prSet presAssocID="{D24FC2F3-8FC7-47A5-8213-7A8208B46DF8}" presName="diagram" presStyleCnt="0">
        <dgm:presLayoutVars>
          <dgm:dir/>
          <dgm:resizeHandles val="exact"/>
        </dgm:presLayoutVars>
      </dgm:prSet>
      <dgm:spPr/>
    </dgm:pt>
    <dgm:pt modelId="{0BB2C5E1-0BFD-4B56-95EF-3EB8F1EA49C4}" type="pres">
      <dgm:prSet presAssocID="{8FF64D71-6E32-4864-8F2C-6FA7F16181C9}" presName="node" presStyleLbl="node1" presStyleIdx="0" presStyleCnt="5">
        <dgm:presLayoutVars>
          <dgm:bulletEnabled val="1"/>
        </dgm:presLayoutVars>
      </dgm:prSet>
      <dgm:spPr/>
    </dgm:pt>
    <dgm:pt modelId="{9F99DB30-CB72-4488-B4A0-787EB3467839}" type="pres">
      <dgm:prSet presAssocID="{523AD694-754F-485F-9D7D-5A09C366BC1B}" presName="sibTrans" presStyleCnt="0"/>
      <dgm:spPr/>
    </dgm:pt>
    <dgm:pt modelId="{B3A06480-D9F7-452C-9380-A3CBAF77A426}" type="pres">
      <dgm:prSet presAssocID="{4726907C-DF58-4096-8BD0-9B6FF6101A16}" presName="node" presStyleLbl="node1" presStyleIdx="1" presStyleCnt="5">
        <dgm:presLayoutVars>
          <dgm:bulletEnabled val="1"/>
        </dgm:presLayoutVars>
      </dgm:prSet>
      <dgm:spPr/>
    </dgm:pt>
    <dgm:pt modelId="{F1EDC369-BED5-44B8-B861-F9E7E10669E5}" type="pres">
      <dgm:prSet presAssocID="{319BEC9A-3CCE-4150-A10A-C260C780478E}" presName="sibTrans" presStyleCnt="0"/>
      <dgm:spPr/>
    </dgm:pt>
    <dgm:pt modelId="{F8FC38D9-0E8E-40D1-9A91-88C78BD8FDC1}" type="pres">
      <dgm:prSet presAssocID="{0016EE88-FBAC-4AFA-9886-F02AD6D35271}" presName="node" presStyleLbl="node1" presStyleIdx="2" presStyleCnt="5">
        <dgm:presLayoutVars>
          <dgm:bulletEnabled val="1"/>
        </dgm:presLayoutVars>
      </dgm:prSet>
      <dgm:spPr/>
    </dgm:pt>
    <dgm:pt modelId="{B817CBE8-D7BA-4F43-B991-E4CDB88993F4}" type="pres">
      <dgm:prSet presAssocID="{075C4A4C-A67F-4BCD-99CC-C0208AD3D736}" presName="sibTrans" presStyleCnt="0"/>
      <dgm:spPr/>
    </dgm:pt>
    <dgm:pt modelId="{64DC1B92-5E9D-449F-9F63-1830F60899B8}" type="pres">
      <dgm:prSet presAssocID="{E22ABCD5-5DA6-43EA-9235-B0B5A1E6DBB5}" presName="node" presStyleLbl="node1" presStyleIdx="3" presStyleCnt="5">
        <dgm:presLayoutVars>
          <dgm:bulletEnabled val="1"/>
        </dgm:presLayoutVars>
      </dgm:prSet>
      <dgm:spPr/>
    </dgm:pt>
    <dgm:pt modelId="{50FD3059-A45D-4C6F-A001-6928FA3DC92A}" type="pres">
      <dgm:prSet presAssocID="{BD47B240-FE9F-4998-ACC9-A73A282EAFD6}" presName="sibTrans" presStyleCnt="0"/>
      <dgm:spPr/>
    </dgm:pt>
    <dgm:pt modelId="{F1AFF544-F121-4E0C-83F1-585CC741C6B4}" type="pres">
      <dgm:prSet presAssocID="{DF1E402C-B9F8-418C-AED8-CDEEF0FB1677}" presName="node" presStyleLbl="node1" presStyleIdx="4" presStyleCnt="5">
        <dgm:presLayoutVars>
          <dgm:bulletEnabled val="1"/>
        </dgm:presLayoutVars>
      </dgm:prSet>
      <dgm:spPr/>
    </dgm:pt>
  </dgm:ptLst>
  <dgm:cxnLst>
    <dgm:cxn modelId="{880C651E-EEE4-419F-AB81-178D6AD02DDA}" srcId="{D24FC2F3-8FC7-47A5-8213-7A8208B46DF8}" destId="{8FF64D71-6E32-4864-8F2C-6FA7F16181C9}" srcOrd="0" destOrd="0" parTransId="{4D5D75DB-5C21-46A4-AA17-14B4E42EF7A8}" sibTransId="{523AD694-754F-485F-9D7D-5A09C366BC1B}"/>
    <dgm:cxn modelId="{53C59544-7E38-43CB-97AA-911EB9F4A85E}" type="presOf" srcId="{4726907C-DF58-4096-8BD0-9B6FF6101A16}" destId="{B3A06480-D9F7-452C-9380-A3CBAF77A426}" srcOrd="0" destOrd="0" presId="urn:microsoft.com/office/officeart/2005/8/layout/default"/>
    <dgm:cxn modelId="{BB5D1157-2993-4F3B-8F15-39389DFC56A7}" type="presOf" srcId="{E22ABCD5-5DA6-43EA-9235-B0B5A1E6DBB5}" destId="{64DC1B92-5E9D-449F-9F63-1830F60899B8}" srcOrd="0" destOrd="0" presId="urn:microsoft.com/office/officeart/2005/8/layout/default"/>
    <dgm:cxn modelId="{2F259078-4AAB-4C34-A0B1-B6259472034E}" type="presOf" srcId="{D24FC2F3-8FC7-47A5-8213-7A8208B46DF8}" destId="{B28F4E97-6653-4D97-AF4A-41AF512A6D85}" srcOrd="0" destOrd="0" presId="urn:microsoft.com/office/officeart/2005/8/layout/default"/>
    <dgm:cxn modelId="{C611F783-1FB4-493A-AAD3-5994571E9CF0}" srcId="{D24FC2F3-8FC7-47A5-8213-7A8208B46DF8}" destId="{0016EE88-FBAC-4AFA-9886-F02AD6D35271}" srcOrd="2" destOrd="0" parTransId="{A8EDF0C3-797F-473F-87BA-E6DD309BACF9}" sibTransId="{075C4A4C-A67F-4BCD-99CC-C0208AD3D736}"/>
    <dgm:cxn modelId="{A8E57FA1-3EBC-420A-91D6-059B84DC26A2}" srcId="{D24FC2F3-8FC7-47A5-8213-7A8208B46DF8}" destId="{DF1E402C-B9F8-418C-AED8-CDEEF0FB1677}" srcOrd="4" destOrd="0" parTransId="{A9727C6B-A6BD-4E3D-BF61-1E610D766721}" sibTransId="{EA7C6281-FEBF-4D7F-B7C9-806D7F2E1D62}"/>
    <dgm:cxn modelId="{926ACFA5-8D97-41D9-8FF0-469D066712D9}" type="presOf" srcId="{DF1E402C-B9F8-418C-AED8-CDEEF0FB1677}" destId="{F1AFF544-F121-4E0C-83F1-585CC741C6B4}" srcOrd="0" destOrd="0" presId="urn:microsoft.com/office/officeart/2005/8/layout/default"/>
    <dgm:cxn modelId="{6AC16ABE-9CCA-4333-9EE2-CC99CABC69E4}" type="presOf" srcId="{0016EE88-FBAC-4AFA-9886-F02AD6D35271}" destId="{F8FC38D9-0E8E-40D1-9A91-88C78BD8FDC1}" srcOrd="0" destOrd="0" presId="urn:microsoft.com/office/officeart/2005/8/layout/default"/>
    <dgm:cxn modelId="{32929ED2-93E6-4209-94F3-B96A11F3EC39}" type="presOf" srcId="{8FF64D71-6E32-4864-8F2C-6FA7F16181C9}" destId="{0BB2C5E1-0BFD-4B56-95EF-3EB8F1EA49C4}" srcOrd="0" destOrd="0" presId="urn:microsoft.com/office/officeart/2005/8/layout/default"/>
    <dgm:cxn modelId="{50CDF8E9-E574-4700-B31D-ABC79A6A2F93}" srcId="{D24FC2F3-8FC7-47A5-8213-7A8208B46DF8}" destId="{4726907C-DF58-4096-8BD0-9B6FF6101A16}" srcOrd="1" destOrd="0" parTransId="{9A8C705E-C14B-4A10-802E-D2ADCB7BC149}" sibTransId="{319BEC9A-3CCE-4150-A10A-C260C780478E}"/>
    <dgm:cxn modelId="{18E566F5-DE2A-40A7-A31C-E7451DEA44FB}" srcId="{D24FC2F3-8FC7-47A5-8213-7A8208B46DF8}" destId="{E22ABCD5-5DA6-43EA-9235-B0B5A1E6DBB5}" srcOrd="3" destOrd="0" parTransId="{3A842BDF-D3F7-44A5-BA63-4E0CB1AFE441}" sibTransId="{BD47B240-FE9F-4998-ACC9-A73A282EAFD6}"/>
    <dgm:cxn modelId="{BDADF498-44CE-463B-8603-5D78265517F5}" type="presParOf" srcId="{B28F4E97-6653-4D97-AF4A-41AF512A6D85}" destId="{0BB2C5E1-0BFD-4B56-95EF-3EB8F1EA49C4}" srcOrd="0" destOrd="0" presId="urn:microsoft.com/office/officeart/2005/8/layout/default"/>
    <dgm:cxn modelId="{0DB53AC7-7818-4FBB-844C-E8F2E5316F37}" type="presParOf" srcId="{B28F4E97-6653-4D97-AF4A-41AF512A6D85}" destId="{9F99DB30-CB72-4488-B4A0-787EB3467839}" srcOrd="1" destOrd="0" presId="urn:microsoft.com/office/officeart/2005/8/layout/default"/>
    <dgm:cxn modelId="{4CBE1C29-7EE0-4481-8FEA-170D6E8BB43A}" type="presParOf" srcId="{B28F4E97-6653-4D97-AF4A-41AF512A6D85}" destId="{B3A06480-D9F7-452C-9380-A3CBAF77A426}" srcOrd="2" destOrd="0" presId="urn:microsoft.com/office/officeart/2005/8/layout/default"/>
    <dgm:cxn modelId="{B817BD82-631D-4BA1-B8CF-44F868B3DB71}" type="presParOf" srcId="{B28F4E97-6653-4D97-AF4A-41AF512A6D85}" destId="{F1EDC369-BED5-44B8-B861-F9E7E10669E5}" srcOrd="3" destOrd="0" presId="urn:microsoft.com/office/officeart/2005/8/layout/default"/>
    <dgm:cxn modelId="{6335AD7F-E083-438B-9B2C-7EEC4606DC2F}" type="presParOf" srcId="{B28F4E97-6653-4D97-AF4A-41AF512A6D85}" destId="{F8FC38D9-0E8E-40D1-9A91-88C78BD8FDC1}" srcOrd="4" destOrd="0" presId="urn:microsoft.com/office/officeart/2005/8/layout/default"/>
    <dgm:cxn modelId="{CD8213C7-CEB9-409E-BAC8-964BAD05A8CD}" type="presParOf" srcId="{B28F4E97-6653-4D97-AF4A-41AF512A6D85}" destId="{B817CBE8-D7BA-4F43-B991-E4CDB88993F4}" srcOrd="5" destOrd="0" presId="urn:microsoft.com/office/officeart/2005/8/layout/default"/>
    <dgm:cxn modelId="{26BE1879-BE71-423B-A152-AEE785582601}" type="presParOf" srcId="{B28F4E97-6653-4D97-AF4A-41AF512A6D85}" destId="{64DC1B92-5E9D-449F-9F63-1830F60899B8}" srcOrd="6" destOrd="0" presId="urn:microsoft.com/office/officeart/2005/8/layout/default"/>
    <dgm:cxn modelId="{C10BDEF2-3DB0-4DEA-8CB6-DADB7A3E9218}" type="presParOf" srcId="{B28F4E97-6653-4D97-AF4A-41AF512A6D85}" destId="{50FD3059-A45D-4C6F-A001-6928FA3DC92A}" srcOrd="7" destOrd="0" presId="urn:microsoft.com/office/officeart/2005/8/layout/default"/>
    <dgm:cxn modelId="{84D00F67-8E1F-4270-9AAA-43416ADDB098}" type="presParOf" srcId="{B28F4E97-6653-4D97-AF4A-41AF512A6D85}" destId="{F1AFF544-F121-4E0C-83F1-585CC741C6B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943600-FFD2-4BCD-9101-E63358C4BB6D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C2206F-1821-461A-8328-F0A2D6BC976B}">
      <dgm:prSet phldrT="[Text]"/>
      <dgm:spPr/>
      <dgm:t>
        <a:bodyPr/>
        <a:lstStyle/>
        <a:p>
          <a:r>
            <a:rPr lang="en-US" dirty="0"/>
            <a:t>Graft function</a:t>
          </a:r>
        </a:p>
      </dgm:t>
    </dgm:pt>
    <dgm:pt modelId="{A5DE3B92-F053-4418-BBC8-9EA4306FE323}" type="parTrans" cxnId="{9611C50E-7D13-45B7-85AF-41F0804D8F2E}">
      <dgm:prSet/>
      <dgm:spPr/>
      <dgm:t>
        <a:bodyPr/>
        <a:lstStyle/>
        <a:p>
          <a:endParaRPr lang="en-US"/>
        </a:p>
      </dgm:t>
    </dgm:pt>
    <dgm:pt modelId="{69F55317-17C0-473A-A508-D43FA0BC91FD}" type="sibTrans" cxnId="{9611C50E-7D13-45B7-85AF-41F0804D8F2E}">
      <dgm:prSet/>
      <dgm:spPr/>
      <dgm:t>
        <a:bodyPr/>
        <a:lstStyle/>
        <a:p>
          <a:endParaRPr lang="en-US"/>
        </a:p>
      </dgm:t>
    </dgm:pt>
    <dgm:pt modelId="{38A9F897-6ECB-42D1-A395-5C57940EB1AD}">
      <dgm:prSet phldrT="[Text]"/>
      <dgm:spPr/>
      <dgm:t>
        <a:bodyPr/>
        <a:lstStyle/>
        <a:p>
          <a:r>
            <a:rPr lang="en-US" dirty="0"/>
            <a:t>Vasculature</a:t>
          </a:r>
        </a:p>
      </dgm:t>
    </dgm:pt>
    <dgm:pt modelId="{95CEAF15-B350-4CD8-B163-0089DDF0BA14}" type="parTrans" cxnId="{B3EC8D10-06E2-473E-AA9E-DABAE021DE92}">
      <dgm:prSet/>
      <dgm:spPr/>
      <dgm:t>
        <a:bodyPr/>
        <a:lstStyle/>
        <a:p>
          <a:endParaRPr lang="en-US"/>
        </a:p>
      </dgm:t>
    </dgm:pt>
    <dgm:pt modelId="{300600F6-E286-4FA3-B600-063723B30DB6}" type="sibTrans" cxnId="{B3EC8D10-06E2-473E-AA9E-DABAE021DE92}">
      <dgm:prSet/>
      <dgm:spPr/>
      <dgm:t>
        <a:bodyPr/>
        <a:lstStyle/>
        <a:p>
          <a:endParaRPr lang="en-US"/>
        </a:p>
      </dgm:t>
    </dgm:pt>
    <dgm:pt modelId="{B6B5E25B-1637-4D02-A290-369C465EC466}">
      <dgm:prSet phldrT="[Text]"/>
      <dgm:spPr/>
      <dgm:t>
        <a:bodyPr/>
        <a:lstStyle/>
        <a:p>
          <a:r>
            <a:rPr lang="en-US" b="0" i="0" dirty="0"/>
            <a:t>Ultrasound/Doppler </a:t>
          </a:r>
          <a:endParaRPr lang="en-US" dirty="0"/>
        </a:p>
      </dgm:t>
    </dgm:pt>
    <dgm:pt modelId="{0D752EE4-F5B0-4398-99D6-BE6CC96810E2}" type="parTrans" cxnId="{BF7C5B04-AF0D-47A8-834F-8350E44A2A0F}">
      <dgm:prSet/>
      <dgm:spPr/>
      <dgm:t>
        <a:bodyPr/>
        <a:lstStyle/>
        <a:p>
          <a:endParaRPr lang="en-US"/>
        </a:p>
      </dgm:t>
    </dgm:pt>
    <dgm:pt modelId="{335F3CC8-B3EE-47E2-91FE-C8E26DB117A2}" type="sibTrans" cxnId="{BF7C5B04-AF0D-47A8-834F-8350E44A2A0F}">
      <dgm:prSet/>
      <dgm:spPr/>
      <dgm:t>
        <a:bodyPr/>
        <a:lstStyle/>
        <a:p>
          <a:endParaRPr lang="en-US"/>
        </a:p>
      </dgm:t>
    </dgm:pt>
    <dgm:pt modelId="{55284FA9-E355-4B02-937B-89EF871BF73E}">
      <dgm:prSet/>
      <dgm:spPr/>
      <dgm:t>
        <a:bodyPr/>
        <a:lstStyle/>
        <a:p>
          <a:r>
            <a:rPr lang="en-US" b="0" i="0" dirty="0"/>
            <a:t>patent hepatic and portal vasculatures</a:t>
          </a:r>
          <a:endParaRPr lang="en-US" dirty="0"/>
        </a:p>
      </dgm:t>
    </dgm:pt>
    <dgm:pt modelId="{D28B8155-7914-4555-92FB-BEC03E26F462}" type="parTrans" cxnId="{B00C27CA-4D14-4F10-96D6-598BC175252C}">
      <dgm:prSet/>
      <dgm:spPr/>
      <dgm:t>
        <a:bodyPr/>
        <a:lstStyle/>
        <a:p>
          <a:endParaRPr lang="en-US"/>
        </a:p>
      </dgm:t>
    </dgm:pt>
    <dgm:pt modelId="{8B150B8A-F401-4B30-BCE3-3B009DB9E415}" type="sibTrans" cxnId="{B00C27CA-4D14-4F10-96D6-598BC175252C}">
      <dgm:prSet/>
      <dgm:spPr/>
      <dgm:t>
        <a:bodyPr/>
        <a:lstStyle/>
        <a:p>
          <a:endParaRPr lang="en-US"/>
        </a:p>
      </dgm:t>
    </dgm:pt>
    <dgm:pt modelId="{DE92973B-F242-447F-B77D-2172F296489B}">
      <dgm:prSet/>
      <dgm:spPr/>
      <dgm:t>
        <a:bodyPr/>
        <a:lstStyle/>
        <a:p>
          <a:r>
            <a:rPr lang="en-US" dirty="0"/>
            <a:t>a rise in body temperature due to</a:t>
          </a:r>
          <a:br>
            <a:rPr lang="en-US" dirty="0"/>
          </a:br>
          <a:r>
            <a:rPr lang="en-US" dirty="0"/>
            <a:t>increased metabolism</a:t>
          </a:r>
        </a:p>
      </dgm:t>
    </dgm:pt>
    <dgm:pt modelId="{5582816E-9839-4D08-BCBD-1E71C927EE7B}" type="parTrans" cxnId="{903CF083-9B14-47A4-B4C4-CD9C73922F73}">
      <dgm:prSet/>
      <dgm:spPr/>
      <dgm:t>
        <a:bodyPr/>
        <a:lstStyle/>
        <a:p>
          <a:endParaRPr lang="en-US"/>
        </a:p>
      </dgm:t>
    </dgm:pt>
    <dgm:pt modelId="{E8A5BC9C-0E8B-46DE-9A5F-1C18DC85F54A}" type="sibTrans" cxnId="{903CF083-9B14-47A4-B4C4-CD9C73922F73}">
      <dgm:prSet/>
      <dgm:spPr/>
      <dgm:t>
        <a:bodyPr/>
        <a:lstStyle/>
        <a:p>
          <a:endParaRPr lang="en-US"/>
        </a:p>
      </dgm:t>
    </dgm:pt>
    <dgm:pt modelId="{6510E911-9219-4740-9985-257116D14183}">
      <dgm:prSet/>
      <dgm:spPr/>
      <dgm:t>
        <a:bodyPr/>
        <a:lstStyle/>
        <a:p>
          <a:r>
            <a:rPr lang="en-US" dirty="0" err="1"/>
            <a:t>hyperglycaemia</a:t>
          </a:r>
          <a:r>
            <a:rPr lang="en-US" dirty="0"/>
            <a:t> from enhanced gluconeogenesis, </a:t>
          </a:r>
        </a:p>
      </dgm:t>
    </dgm:pt>
    <dgm:pt modelId="{CC090641-904B-48E7-952A-C3BC2464F2F9}" type="parTrans" cxnId="{A0911B08-6B7B-4B9D-8956-481FD33580AA}">
      <dgm:prSet/>
      <dgm:spPr/>
      <dgm:t>
        <a:bodyPr/>
        <a:lstStyle/>
        <a:p>
          <a:endParaRPr lang="en-US"/>
        </a:p>
      </dgm:t>
    </dgm:pt>
    <dgm:pt modelId="{98EBBF1B-074F-49FE-B528-D4E45B519775}" type="sibTrans" cxnId="{A0911B08-6B7B-4B9D-8956-481FD33580AA}">
      <dgm:prSet/>
      <dgm:spPr/>
      <dgm:t>
        <a:bodyPr/>
        <a:lstStyle/>
        <a:p>
          <a:endParaRPr lang="en-US"/>
        </a:p>
      </dgm:t>
    </dgm:pt>
    <dgm:pt modelId="{9994E65C-9546-4B97-A24A-F1722CA7610B}">
      <dgm:prSet/>
      <dgm:spPr/>
      <dgm:t>
        <a:bodyPr/>
        <a:lstStyle/>
        <a:p>
          <a:r>
            <a:rPr lang="en-US" dirty="0"/>
            <a:t>bile production,</a:t>
          </a:r>
        </a:p>
        <a:p>
          <a:r>
            <a:rPr lang="en-US" dirty="0"/>
            <a:t>normalization of coagulopathy, </a:t>
          </a:r>
        </a:p>
      </dgm:t>
    </dgm:pt>
    <dgm:pt modelId="{8DC73C48-2196-4C72-87DC-908D40E8569A}" type="parTrans" cxnId="{996495E9-4621-4D3C-B366-D06414AB0DC1}">
      <dgm:prSet/>
      <dgm:spPr/>
      <dgm:t>
        <a:bodyPr/>
        <a:lstStyle/>
        <a:p>
          <a:endParaRPr lang="en-US"/>
        </a:p>
      </dgm:t>
    </dgm:pt>
    <dgm:pt modelId="{3B543EA7-2E6F-44F0-9E46-27B6E1A05790}" type="sibTrans" cxnId="{996495E9-4621-4D3C-B366-D06414AB0DC1}">
      <dgm:prSet/>
      <dgm:spPr/>
      <dgm:t>
        <a:bodyPr/>
        <a:lstStyle/>
        <a:p>
          <a:endParaRPr lang="en-US"/>
        </a:p>
      </dgm:t>
    </dgm:pt>
    <dgm:pt modelId="{99804023-C581-48C7-B114-04D15F96E637}">
      <dgm:prSet/>
      <dgm:spPr/>
      <dgm:t>
        <a:bodyPr/>
        <a:lstStyle/>
        <a:p>
          <a:r>
            <a:rPr lang="en-US" dirty="0"/>
            <a:t>lactate clearance</a:t>
          </a:r>
        </a:p>
      </dgm:t>
    </dgm:pt>
    <dgm:pt modelId="{FEDFEA92-C5AA-4F6F-8FC6-E1C240438E2E}" type="parTrans" cxnId="{A64BA4EB-84BA-41E0-9EEE-784DAA4A3F18}">
      <dgm:prSet/>
      <dgm:spPr/>
      <dgm:t>
        <a:bodyPr/>
        <a:lstStyle/>
        <a:p>
          <a:endParaRPr lang="en-US"/>
        </a:p>
      </dgm:t>
    </dgm:pt>
    <dgm:pt modelId="{C26135A7-6D0A-47D8-ABE4-20EA12FE4B11}" type="sibTrans" cxnId="{A64BA4EB-84BA-41E0-9EEE-784DAA4A3F18}">
      <dgm:prSet/>
      <dgm:spPr/>
      <dgm:t>
        <a:bodyPr/>
        <a:lstStyle/>
        <a:p>
          <a:endParaRPr lang="en-US"/>
        </a:p>
      </dgm:t>
    </dgm:pt>
    <dgm:pt modelId="{169A914F-ACE7-46E3-8169-D9DF45B675B2}" type="pres">
      <dgm:prSet presAssocID="{B9943600-FFD2-4BCD-9101-E63358C4BB6D}" presName="theList" presStyleCnt="0">
        <dgm:presLayoutVars>
          <dgm:dir/>
          <dgm:animLvl val="lvl"/>
          <dgm:resizeHandles val="exact"/>
        </dgm:presLayoutVars>
      </dgm:prSet>
      <dgm:spPr/>
    </dgm:pt>
    <dgm:pt modelId="{0998B49C-80FF-43C0-ADF4-CF79B8DB4B04}" type="pres">
      <dgm:prSet presAssocID="{B2C2206F-1821-461A-8328-F0A2D6BC976B}" presName="compNode" presStyleCnt="0"/>
      <dgm:spPr/>
    </dgm:pt>
    <dgm:pt modelId="{433BD254-C048-452F-92CF-4BF25CE4A737}" type="pres">
      <dgm:prSet presAssocID="{B2C2206F-1821-461A-8328-F0A2D6BC976B}" presName="aNode" presStyleLbl="bgShp" presStyleIdx="0" presStyleCnt="2"/>
      <dgm:spPr/>
    </dgm:pt>
    <dgm:pt modelId="{C5071E41-78D0-4DD9-9C42-C6FDA99B7060}" type="pres">
      <dgm:prSet presAssocID="{B2C2206F-1821-461A-8328-F0A2D6BC976B}" presName="textNode" presStyleLbl="bgShp" presStyleIdx="0" presStyleCnt="2"/>
      <dgm:spPr/>
    </dgm:pt>
    <dgm:pt modelId="{FD150159-9021-4F8F-9F17-B85F3DB71B89}" type="pres">
      <dgm:prSet presAssocID="{B2C2206F-1821-461A-8328-F0A2D6BC976B}" presName="compChildNode" presStyleCnt="0"/>
      <dgm:spPr/>
    </dgm:pt>
    <dgm:pt modelId="{9643B4AB-ECF2-46E8-94DA-0C0577752CF8}" type="pres">
      <dgm:prSet presAssocID="{B2C2206F-1821-461A-8328-F0A2D6BC976B}" presName="theInnerList" presStyleCnt="0"/>
      <dgm:spPr/>
    </dgm:pt>
    <dgm:pt modelId="{28B82A12-2162-4C45-A35D-AC1AD781E556}" type="pres">
      <dgm:prSet presAssocID="{DE92973B-F242-447F-B77D-2172F296489B}" presName="childNode" presStyleLbl="node1" presStyleIdx="0" presStyleCnt="6">
        <dgm:presLayoutVars>
          <dgm:bulletEnabled val="1"/>
        </dgm:presLayoutVars>
      </dgm:prSet>
      <dgm:spPr/>
    </dgm:pt>
    <dgm:pt modelId="{600F564B-BF29-41F5-AE1F-EA72249DEB39}" type="pres">
      <dgm:prSet presAssocID="{DE92973B-F242-447F-B77D-2172F296489B}" presName="aSpace2" presStyleCnt="0"/>
      <dgm:spPr/>
    </dgm:pt>
    <dgm:pt modelId="{2B659F9D-5C18-404C-9744-323AFEAA1B29}" type="pres">
      <dgm:prSet presAssocID="{6510E911-9219-4740-9985-257116D14183}" presName="childNode" presStyleLbl="node1" presStyleIdx="1" presStyleCnt="6">
        <dgm:presLayoutVars>
          <dgm:bulletEnabled val="1"/>
        </dgm:presLayoutVars>
      </dgm:prSet>
      <dgm:spPr/>
    </dgm:pt>
    <dgm:pt modelId="{A7388103-F0FD-4278-8C8A-13B0A549A9EC}" type="pres">
      <dgm:prSet presAssocID="{6510E911-9219-4740-9985-257116D14183}" presName="aSpace2" presStyleCnt="0"/>
      <dgm:spPr/>
    </dgm:pt>
    <dgm:pt modelId="{F288AF7F-522A-475C-8540-5505DE62D397}" type="pres">
      <dgm:prSet presAssocID="{9994E65C-9546-4B97-A24A-F1722CA7610B}" presName="childNode" presStyleLbl="node1" presStyleIdx="2" presStyleCnt="6">
        <dgm:presLayoutVars>
          <dgm:bulletEnabled val="1"/>
        </dgm:presLayoutVars>
      </dgm:prSet>
      <dgm:spPr/>
    </dgm:pt>
    <dgm:pt modelId="{22FD612F-6C7A-4B30-AD1F-F9CE716040D5}" type="pres">
      <dgm:prSet presAssocID="{9994E65C-9546-4B97-A24A-F1722CA7610B}" presName="aSpace2" presStyleCnt="0"/>
      <dgm:spPr/>
    </dgm:pt>
    <dgm:pt modelId="{9E808032-8D98-40BC-8EEC-B29C5FA69D33}" type="pres">
      <dgm:prSet presAssocID="{99804023-C581-48C7-B114-04D15F96E637}" presName="childNode" presStyleLbl="node1" presStyleIdx="3" presStyleCnt="6">
        <dgm:presLayoutVars>
          <dgm:bulletEnabled val="1"/>
        </dgm:presLayoutVars>
      </dgm:prSet>
      <dgm:spPr/>
    </dgm:pt>
    <dgm:pt modelId="{2B1E9B44-D2CC-497F-98ED-1CB95DAC7A15}" type="pres">
      <dgm:prSet presAssocID="{B2C2206F-1821-461A-8328-F0A2D6BC976B}" presName="aSpace" presStyleCnt="0"/>
      <dgm:spPr/>
    </dgm:pt>
    <dgm:pt modelId="{5EDA8C26-8CF9-46EF-BB20-FAF21DB1EAF4}" type="pres">
      <dgm:prSet presAssocID="{38A9F897-6ECB-42D1-A395-5C57940EB1AD}" presName="compNode" presStyleCnt="0"/>
      <dgm:spPr/>
    </dgm:pt>
    <dgm:pt modelId="{46B6484D-A80F-4C03-BDAF-2323350FC9CE}" type="pres">
      <dgm:prSet presAssocID="{38A9F897-6ECB-42D1-A395-5C57940EB1AD}" presName="aNode" presStyleLbl="bgShp" presStyleIdx="1" presStyleCnt="2"/>
      <dgm:spPr/>
    </dgm:pt>
    <dgm:pt modelId="{FBE9ED77-FE85-4C20-AE1A-75D3A14236F7}" type="pres">
      <dgm:prSet presAssocID="{38A9F897-6ECB-42D1-A395-5C57940EB1AD}" presName="textNode" presStyleLbl="bgShp" presStyleIdx="1" presStyleCnt="2"/>
      <dgm:spPr/>
    </dgm:pt>
    <dgm:pt modelId="{4A7204C4-A3EA-4454-AB9B-A2B14FAD3D4B}" type="pres">
      <dgm:prSet presAssocID="{38A9F897-6ECB-42D1-A395-5C57940EB1AD}" presName="compChildNode" presStyleCnt="0"/>
      <dgm:spPr/>
    </dgm:pt>
    <dgm:pt modelId="{A3601DE5-7BF5-4CB5-A70E-F7C03338292F}" type="pres">
      <dgm:prSet presAssocID="{38A9F897-6ECB-42D1-A395-5C57940EB1AD}" presName="theInnerList" presStyleCnt="0"/>
      <dgm:spPr/>
    </dgm:pt>
    <dgm:pt modelId="{B4AE5D19-B772-443D-B267-1FDC1C459707}" type="pres">
      <dgm:prSet presAssocID="{B6B5E25B-1637-4D02-A290-369C465EC466}" presName="childNode" presStyleLbl="node1" presStyleIdx="4" presStyleCnt="6">
        <dgm:presLayoutVars>
          <dgm:bulletEnabled val="1"/>
        </dgm:presLayoutVars>
      </dgm:prSet>
      <dgm:spPr/>
    </dgm:pt>
    <dgm:pt modelId="{A1C24F87-715D-42B9-9F40-D33A86C9EB33}" type="pres">
      <dgm:prSet presAssocID="{B6B5E25B-1637-4D02-A290-369C465EC466}" presName="aSpace2" presStyleCnt="0"/>
      <dgm:spPr/>
    </dgm:pt>
    <dgm:pt modelId="{756241AB-7355-4A5C-BD20-30948B46411F}" type="pres">
      <dgm:prSet presAssocID="{55284FA9-E355-4B02-937B-89EF871BF73E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BF7C5B04-AF0D-47A8-834F-8350E44A2A0F}" srcId="{38A9F897-6ECB-42D1-A395-5C57940EB1AD}" destId="{B6B5E25B-1637-4D02-A290-369C465EC466}" srcOrd="0" destOrd="0" parTransId="{0D752EE4-F5B0-4398-99D6-BE6CC96810E2}" sibTransId="{335F3CC8-B3EE-47E2-91FE-C8E26DB117A2}"/>
    <dgm:cxn modelId="{A0911B08-6B7B-4B9D-8956-481FD33580AA}" srcId="{B2C2206F-1821-461A-8328-F0A2D6BC976B}" destId="{6510E911-9219-4740-9985-257116D14183}" srcOrd="1" destOrd="0" parTransId="{CC090641-904B-48E7-952A-C3BC2464F2F9}" sibTransId="{98EBBF1B-074F-49FE-B528-D4E45B519775}"/>
    <dgm:cxn modelId="{E6EE2E0E-4A37-4210-AFAC-DEE434EBDC97}" type="presOf" srcId="{38A9F897-6ECB-42D1-A395-5C57940EB1AD}" destId="{46B6484D-A80F-4C03-BDAF-2323350FC9CE}" srcOrd="0" destOrd="0" presId="urn:microsoft.com/office/officeart/2005/8/layout/lProcess2"/>
    <dgm:cxn modelId="{9611C50E-7D13-45B7-85AF-41F0804D8F2E}" srcId="{B9943600-FFD2-4BCD-9101-E63358C4BB6D}" destId="{B2C2206F-1821-461A-8328-F0A2D6BC976B}" srcOrd="0" destOrd="0" parTransId="{A5DE3B92-F053-4418-BBC8-9EA4306FE323}" sibTransId="{69F55317-17C0-473A-A508-D43FA0BC91FD}"/>
    <dgm:cxn modelId="{B3EC8D10-06E2-473E-AA9E-DABAE021DE92}" srcId="{B9943600-FFD2-4BCD-9101-E63358C4BB6D}" destId="{38A9F897-6ECB-42D1-A395-5C57940EB1AD}" srcOrd="1" destOrd="0" parTransId="{95CEAF15-B350-4CD8-B163-0089DDF0BA14}" sibTransId="{300600F6-E286-4FA3-B600-063723B30DB6}"/>
    <dgm:cxn modelId="{60442B25-8B64-4ED6-AEDC-0D8F0B81A3D4}" type="presOf" srcId="{9994E65C-9546-4B97-A24A-F1722CA7610B}" destId="{F288AF7F-522A-475C-8540-5505DE62D397}" srcOrd="0" destOrd="0" presId="urn:microsoft.com/office/officeart/2005/8/layout/lProcess2"/>
    <dgm:cxn modelId="{58C57252-0D52-4568-A823-1137C4CD6DC7}" type="presOf" srcId="{55284FA9-E355-4B02-937B-89EF871BF73E}" destId="{756241AB-7355-4A5C-BD20-30948B46411F}" srcOrd="0" destOrd="0" presId="urn:microsoft.com/office/officeart/2005/8/layout/lProcess2"/>
    <dgm:cxn modelId="{480A4A73-2621-4E1B-86FA-5AC54E428648}" type="presOf" srcId="{B2C2206F-1821-461A-8328-F0A2D6BC976B}" destId="{C5071E41-78D0-4DD9-9C42-C6FDA99B7060}" srcOrd="1" destOrd="0" presId="urn:microsoft.com/office/officeart/2005/8/layout/lProcess2"/>
    <dgm:cxn modelId="{11B57082-FFED-4C2C-A6AE-AB74EFAE637F}" type="presOf" srcId="{6510E911-9219-4740-9985-257116D14183}" destId="{2B659F9D-5C18-404C-9744-323AFEAA1B29}" srcOrd="0" destOrd="0" presId="urn:microsoft.com/office/officeart/2005/8/layout/lProcess2"/>
    <dgm:cxn modelId="{D8778C82-B041-4769-8439-740A7B53026E}" type="presOf" srcId="{38A9F897-6ECB-42D1-A395-5C57940EB1AD}" destId="{FBE9ED77-FE85-4C20-AE1A-75D3A14236F7}" srcOrd="1" destOrd="0" presId="urn:microsoft.com/office/officeart/2005/8/layout/lProcess2"/>
    <dgm:cxn modelId="{903CF083-9B14-47A4-B4C4-CD9C73922F73}" srcId="{B2C2206F-1821-461A-8328-F0A2D6BC976B}" destId="{DE92973B-F242-447F-B77D-2172F296489B}" srcOrd="0" destOrd="0" parTransId="{5582816E-9839-4D08-BCBD-1E71C927EE7B}" sibTransId="{E8A5BC9C-0E8B-46DE-9A5F-1C18DC85F54A}"/>
    <dgm:cxn modelId="{1549849C-5F7C-4FB5-9028-412314FA575D}" type="presOf" srcId="{B2C2206F-1821-461A-8328-F0A2D6BC976B}" destId="{433BD254-C048-452F-92CF-4BF25CE4A737}" srcOrd="0" destOrd="0" presId="urn:microsoft.com/office/officeart/2005/8/layout/lProcess2"/>
    <dgm:cxn modelId="{04E942AD-65D2-458F-98B5-59407CB41EF9}" type="presOf" srcId="{B9943600-FFD2-4BCD-9101-E63358C4BB6D}" destId="{169A914F-ACE7-46E3-8169-D9DF45B675B2}" srcOrd="0" destOrd="0" presId="urn:microsoft.com/office/officeart/2005/8/layout/lProcess2"/>
    <dgm:cxn modelId="{DC0C08B0-7929-49EE-B45C-1BA836A04332}" type="presOf" srcId="{99804023-C581-48C7-B114-04D15F96E637}" destId="{9E808032-8D98-40BC-8EEC-B29C5FA69D33}" srcOrd="0" destOrd="0" presId="urn:microsoft.com/office/officeart/2005/8/layout/lProcess2"/>
    <dgm:cxn modelId="{FE7EF0C4-0591-434E-A729-30091F3A1716}" type="presOf" srcId="{B6B5E25B-1637-4D02-A290-369C465EC466}" destId="{B4AE5D19-B772-443D-B267-1FDC1C459707}" srcOrd="0" destOrd="0" presId="urn:microsoft.com/office/officeart/2005/8/layout/lProcess2"/>
    <dgm:cxn modelId="{B9A032C8-6D68-43E7-B233-8BB2CE7A361E}" type="presOf" srcId="{DE92973B-F242-447F-B77D-2172F296489B}" destId="{28B82A12-2162-4C45-A35D-AC1AD781E556}" srcOrd="0" destOrd="0" presId="urn:microsoft.com/office/officeart/2005/8/layout/lProcess2"/>
    <dgm:cxn modelId="{B00C27CA-4D14-4F10-96D6-598BC175252C}" srcId="{38A9F897-6ECB-42D1-A395-5C57940EB1AD}" destId="{55284FA9-E355-4B02-937B-89EF871BF73E}" srcOrd="1" destOrd="0" parTransId="{D28B8155-7914-4555-92FB-BEC03E26F462}" sibTransId="{8B150B8A-F401-4B30-BCE3-3B009DB9E415}"/>
    <dgm:cxn modelId="{996495E9-4621-4D3C-B366-D06414AB0DC1}" srcId="{B2C2206F-1821-461A-8328-F0A2D6BC976B}" destId="{9994E65C-9546-4B97-A24A-F1722CA7610B}" srcOrd="2" destOrd="0" parTransId="{8DC73C48-2196-4C72-87DC-908D40E8569A}" sibTransId="{3B543EA7-2E6F-44F0-9E46-27B6E1A05790}"/>
    <dgm:cxn modelId="{A64BA4EB-84BA-41E0-9EEE-784DAA4A3F18}" srcId="{B2C2206F-1821-461A-8328-F0A2D6BC976B}" destId="{99804023-C581-48C7-B114-04D15F96E637}" srcOrd="3" destOrd="0" parTransId="{FEDFEA92-C5AA-4F6F-8FC6-E1C240438E2E}" sibTransId="{C26135A7-6D0A-47D8-ABE4-20EA12FE4B11}"/>
    <dgm:cxn modelId="{2B40338A-84D9-44BE-B30F-2232B3EA111A}" type="presParOf" srcId="{169A914F-ACE7-46E3-8169-D9DF45B675B2}" destId="{0998B49C-80FF-43C0-ADF4-CF79B8DB4B04}" srcOrd="0" destOrd="0" presId="urn:microsoft.com/office/officeart/2005/8/layout/lProcess2"/>
    <dgm:cxn modelId="{9236FFF5-F42B-4020-B8F8-2B288122A21B}" type="presParOf" srcId="{0998B49C-80FF-43C0-ADF4-CF79B8DB4B04}" destId="{433BD254-C048-452F-92CF-4BF25CE4A737}" srcOrd="0" destOrd="0" presId="urn:microsoft.com/office/officeart/2005/8/layout/lProcess2"/>
    <dgm:cxn modelId="{D01CEB43-602F-4540-9A53-FE4654476A44}" type="presParOf" srcId="{0998B49C-80FF-43C0-ADF4-CF79B8DB4B04}" destId="{C5071E41-78D0-4DD9-9C42-C6FDA99B7060}" srcOrd="1" destOrd="0" presId="urn:microsoft.com/office/officeart/2005/8/layout/lProcess2"/>
    <dgm:cxn modelId="{1C3FE958-23BF-45E6-B62F-EF26A06605DA}" type="presParOf" srcId="{0998B49C-80FF-43C0-ADF4-CF79B8DB4B04}" destId="{FD150159-9021-4F8F-9F17-B85F3DB71B89}" srcOrd="2" destOrd="0" presId="urn:microsoft.com/office/officeart/2005/8/layout/lProcess2"/>
    <dgm:cxn modelId="{0A7174E3-184E-4B0D-82AC-DC16A0E2D4D1}" type="presParOf" srcId="{FD150159-9021-4F8F-9F17-B85F3DB71B89}" destId="{9643B4AB-ECF2-46E8-94DA-0C0577752CF8}" srcOrd="0" destOrd="0" presId="urn:microsoft.com/office/officeart/2005/8/layout/lProcess2"/>
    <dgm:cxn modelId="{0BE58C16-8562-45DA-B986-A9278069ED0F}" type="presParOf" srcId="{9643B4AB-ECF2-46E8-94DA-0C0577752CF8}" destId="{28B82A12-2162-4C45-A35D-AC1AD781E556}" srcOrd="0" destOrd="0" presId="urn:microsoft.com/office/officeart/2005/8/layout/lProcess2"/>
    <dgm:cxn modelId="{1FCA4E4F-D9CA-4F11-8FD1-C5A20C6BB5A4}" type="presParOf" srcId="{9643B4AB-ECF2-46E8-94DA-0C0577752CF8}" destId="{600F564B-BF29-41F5-AE1F-EA72249DEB39}" srcOrd="1" destOrd="0" presId="urn:microsoft.com/office/officeart/2005/8/layout/lProcess2"/>
    <dgm:cxn modelId="{97619850-2643-44D0-AB13-A81E0722CF6F}" type="presParOf" srcId="{9643B4AB-ECF2-46E8-94DA-0C0577752CF8}" destId="{2B659F9D-5C18-404C-9744-323AFEAA1B29}" srcOrd="2" destOrd="0" presId="urn:microsoft.com/office/officeart/2005/8/layout/lProcess2"/>
    <dgm:cxn modelId="{26ABCCAD-8446-4F3C-A7EC-66A9A2A19806}" type="presParOf" srcId="{9643B4AB-ECF2-46E8-94DA-0C0577752CF8}" destId="{A7388103-F0FD-4278-8C8A-13B0A549A9EC}" srcOrd="3" destOrd="0" presId="urn:microsoft.com/office/officeart/2005/8/layout/lProcess2"/>
    <dgm:cxn modelId="{AE7B7228-C9CF-4100-87DB-E004AC2DCE98}" type="presParOf" srcId="{9643B4AB-ECF2-46E8-94DA-0C0577752CF8}" destId="{F288AF7F-522A-475C-8540-5505DE62D397}" srcOrd="4" destOrd="0" presId="urn:microsoft.com/office/officeart/2005/8/layout/lProcess2"/>
    <dgm:cxn modelId="{CD37069C-EDE4-4B88-8A11-BE854D26C0CB}" type="presParOf" srcId="{9643B4AB-ECF2-46E8-94DA-0C0577752CF8}" destId="{22FD612F-6C7A-4B30-AD1F-F9CE716040D5}" srcOrd="5" destOrd="0" presId="urn:microsoft.com/office/officeart/2005/8/layout/lProcess2"/>
    <dgm:cxn modelId="{C4BF5ED4-860D-4850-B639-9C20AAEA2AD5}" type="presParOf" srcId="{9643B4AB-ECF2-46E8-94DA-0C0577752CF8}" destId="{9E808032-8D98-40BC-8EEC-B29C5FA69D33}" srcOrd="6" destOrd="0" presId="urn:microsoft.com/office/officeart/2005/8/layout/lProcess2"/>
    <dgm:cxn modelId="{5E4DAB1D-C3C1-4C7D-90E9-B05D6F7CE138}" type="presParOf" srcId="{169A914F-ACE7-46E3-8169-D9DF45B675B2}" destId="{2B1E9B44-D2CC-497F-98ED-1CB95DAC7A15}" srcOrd="1" destOrd="0" presId="urn:microsoft.com/office/officeart/2005/8/layout/lProcess2"/>
    <dgm:cxn modelId="{3BE4C4EA-69D0-421D-95C7-C4FA0A2932B4}" type="presParOf" srcId="{169A914F-ACE7-46E3-8169-D9DF45B675B2}" destId="{5EDA8C26-8CF9-46EF-BB20-FAF21DB1EAF4}" srcOrd="2" destOrd="0" presId="urn:microsoft.com/office/officeart/2005/8/layout/lProcess2"/>
    <dgm:cxn modelId="{1DD3EAC5-E004-44CF-9E46-13ACA8AC60EE}" type="presParOf" srcId="{5EDA8C26-8CF9-46EF-BB20-FAF21DB1EAF4}" destId="{46B6484D-A80F-4C03-BDAF-2323350FC9CE}" srcOrd="0" destOrd="0" presId="urn:microsoft.com/office/officeart/2005/8/layout/lProcess2"/>
    <dgm:cxn modelId="{BB778DD4-9DD7-4CAC-92BE-3ECCD80B4DB0}" type="presParOf" srcId="{5EDA8C26-8CF9-46EF-BB20-FAF21DB1EAF4}" destId="{FBE9ED77-FE85-4C20-AE1A-75D3A14236F7}" srcOrd="1" destOrd="0" presId="urn:microsoft.com/office/officeart/2005/8/layout/lProcess2"/>
    <dgm:cxn modelId="{DAED43F1-8B28-40D1-BBB1-19386B204FA2}" type="presParOf" srcId="{5EDA8C26-8CF9-46EF-BB20-FAF21DB1EAF4}" destId="{4A7204C4-A3EA-4454-AB9B-A2B14FAD3D4B}" srcOrd="2" destOrd="0" presId="urn:microsoft.com/office/officeart/2005/8/layout/lProcess2"/>
    <dgm:cxn modelId="{B218A846-685B-4CE6-99D1-F0018CFD819A}" type="presParOf" srcId="{4A7204C4-A3EA-4454-AB9B-A2B14FAD3D4B}" destId="{A3601DE5-7BF5-4CB5-A70E-F7C03338292F}" srcOrd="0" destOrd="0" presId="urn:microsoft.com/office/officeart/2005/8/layout/lProcess2"/>
    <dgm:cxn modelId="{E3EA2A1D-D88D-4765-8E57-C742F1F318B6}" type="presParOf" srcId="{A3601DE5-7BF5-4CB5-A70E-F7C03338292F}" destId="{B4AE5D19-B772-443D-B267-1FDC1C459707}" srcOrd="0" destOrd="0" presId="urn:microsoft.com/office/officeart/2005/8/layout/lProcess2"/>
    <dgm:cxn modelId="{7AA115BD-B9A1-4FA8-A064-802087B22AB0}" type="presParOf" srcId="{A3601DE5-7BF5-4CB5-A70E-F7C03338292F}" destId="{A1C24F87-715D-42B9-9F40-D33A86C9EB33}" srcOrd="1" destOrd="0" presId="urn:microsoft.com/office/officeart/2005/8/layout/lProcess2"/>
    <dgm:cxn modelId="{1237F82D-DCEE-4DCF-AA1E-9959288E69D8}" type="presParOf" srcId="{A3601DE5-7BF5-4CB5-A70E-F7C03338292F}" destId="{756241AB-7355-4A5C-BD20-30948B46411F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E6A6E-E2C8-4A5E-9B4E-061243D3CF96}">
      <dsp:nvSpPr>
        <dsp:cNvPr id="0" name=""/>
        <dsp:cNvSpPr/>
      </dsp:nvSpPr>
      <dsp:spPr>
        <a:xfrm>
          <a:off x="0" y="453508"/>
          <a:ext cx="4537880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CDC87-9A1E-4AC5-8AC2-198B9F873BEE}">
      <dsp:nvSpPr>
        <dsp:cNvPr id="0" name=""/>
        <dsp:cNvSpPr/>
      </dsp:nvSpPr>
      <dsp:spPr>
        <a:xfrm>
          <a:off x="226894" y="54988"/>
          <a:ext cx="3176516" cy="797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65" tIns="0" rIns="12006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Rapid ascites removal</a:t>
          </a:r>
        </a:p>
      </dsp:txBody>
      <dsp:txXfrm>
        <a:off x="265802" y="93896"/>
        <a:ext cx="3098700" cy="719223"/>
      </dsp:txXfrm>
    </dsp:sp>
    <dsp:sp modelId="{422A425E-404B-47F0-863E-3F472F99C290}">
      <dsp:nvSpPr>
        <dsp:cNvPr id="0" name=""/>
        <dsp:cNvSpPr/>
      </dsp:nvSpPr>
      <dsp:spPr>
        <a:xfrm>
          <a:off x="0" y="1678228"/>
          <a:ext cx="4537880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F863A4-FD3D-4572-A716-C5F34832E1CA}">
      <dsp:nvSpPr>
        <dsp:cNvPr id="0" name=""/>
        <dsp:cNvSpPr/>
      </dsp:nvSpPr>
      <dsp:spPr>
        <a:xfrm>
          <a:off x="226894" y="1279708"/>
          <a:ext cx="3176516" cy="797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65" tIns="0" rIns="12006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Hemodynamics</a:t>
          </a:r>
        </a:p>
      </dsp:txBody>
      <dsp:txXfrm>
        <a:off x="265802" y="1318616"/>
        <a:ext cx="3098700" cy="719223"/>
      </dsp:txXfrm>
    </dsp:sp>
    <dsp:sp modelId="{6FB02732-F2CB-4136-BDC8-B2181FECC275}">
      <dsp:nvSpPr>
        <dsp:cNvPr id="0" name=""/>
        <dsp:cNvSpPr/>
      </dsp:nvSpPr>
      <dsp:spPr>
        <a:xfrm>
          <a:off x="0" y="2902948"/>
          <a:ext cx="4537880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E9D06-4F94-4DD0-B32E-F1F436C7237F}">
      <dsp:nvSpPr>
        <dsp:cNvPr id="0" name=""/>
        <dsp:cNvSpPr/>
      </dsp:nvSpPr>
      <dsp:spPr>
        <a:xfrm>
          <a:off x="226894" y="2504428"/>
          <a:ext cx="3176516" cy="797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65" tIns="0" rIns="12006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Coagulopathy - TEG</a:t>
          </a:r>
        </a:p>
      </dsp:txBody>
      <dsp:txXfrm>
        <a:off x="265802" y="2543336"/>
        <a:ext cx="3098700" cy="719223"/>
      </dsp:txXfrm>
    </dsp:sp>
    <dsp:sp modelId="{43E70DD1-3BB9-4CD9-BF45-7907B6D33516}">
      <dsp:nvSpPr>
        <dsp:cNvPr id="0" name=""/>
        <dsp:cNvSpPr/>
      </dsp:nvSpPr>
      <dsp:spPr>
        <a:xfrm>
          <a:off x="0" y="4127668"/>
          <a:ext cx="4537880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5363F-9F77-46C0-8196-7B2B405E98DE}">
      <dsp:nvSpPr>
        <dsp:cNvPr id="0" name=""/>
        <dsp:cNvSpPr/>
      </dsp:nvSpPr>
      <dsp:spPr>
        <a:xfrm>
          <a:off x="226894" y="3729148"/>
          <a:ext cx="3176516" cy="797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65" tIns="0" rIns="12006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Electrolytes</a:t>
          </a:r>
        </a:p>
      </dsp:txBody>
      <dsp:txXfrm>
        <a:off x="265802" y="3768056"/>
        <a:ext cx="3098700" cy="7192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9F582-1E5A-4028-AA55-89CB451384B9}">
      <dsp:nvSpPr>
        <dsp:cNvPr id="0" name=""/>
        <dsp:cNvSpPr/>
      </dsp:nvSpPr>
      <dsp:spPr>
        <a:xfrm>
          <a:off x="4701" y="15690"/>
          <a:ext cx="2412172" cy="96486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Temperature</a:t>
          </a:r>
          <a:endParaRPr lang="en-GB" sz="1500" kern="1200" dirty="0"/>
        </a:p>
      </dsp:txBody>
      <dsp:txXfrm>
        <a:off x="487135" y="15690"/>
        <a:ext cx="1447304" cy="964868"/>
      </dsp:txXfrm>
    </dsp:sp>
    <dsp:sp modelId="{652DF49F-D55B-45A6-B594-CAC6A586B367}">
      <dsp:nvSpPr>
        <dsp:cNvPr id="0" name=""/>
        <dsp:cNvSpPr/>
      </dsp:nvSpPr>
      <dsp:spPr>
        <a:xfrm>
          <a:off x="2103291" y="97704"/>
          <a:ext cx="2002103" cy="800841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Calcium</a:t>
          </a:r>
          <a:endParaRPr lang="en-GB" sz="1300" kern="1200" dirty="0"/>
        </a:p>
      </dsp:txBody>
      <dsp:txXfrm>
        <a:off x="2503712" y="97704"/>
        <a:ext cx="1201262" cy="800841"/>
      </dsp:txXfrm>
    </dsp:sp>
    <dsp:sp modelId="{D02E742E-66FA-4DA3-9E7F-51B537DE8875}">
      <dsp:nvSpPr>
        <dsp:cNvPr id="0" name=""/>
        <dsp:cNvSpPr/>
      </dsp:nvSpPr>
      <dsp:spPr>
        <a:xfrm>
          <a:off x="3825100" y="97704"/>
          <a:ext cx="2002103" cy="800841"/>
        </a:xfrm>
        <a:prstGeom prst="chevron">
          <a:avLst/>
        </a:prstGeom>
        <a:solidFill>
          <a:schemeClr val="accent4">
            <a:tint val="40000"/>
            <a:alpha val="90000"/>
            <a:hueOff val="-1242623"/>
            <a:satOff val="9018"/>
            <a:lumOff val="509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242623"/>
              <a:satOff val="9018"/>
              <a:lumOff val="5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Reversal of heparin/warfarin</a:t>
          </a:r>
          <a:endParaRPr lang="en-GB" sz="1300" kern="1200" dirty="0"/>
        </a:p>
      </dsp:txBody>
      <dsp:txXfrm>
        <a:off x="4225521" y="97704"/>
        <a:ext cx="1201262" cy="800841"/>
      </dsp:txXfrm>
    </dsp:sp>
    <dsp:sp modelId="{C685BB83-EC9B-4E80-A26D-4BDA4DC1D6EB}">
      <dsp:nvSpPr>
        <dsp:cNvPr id="0" name=""/>
        <dsp:cNvSpPr/>
      </dsp:nvSpPr>
      <dsp:spPr>
        <a:xfrm>
          <a:off x="5546909" y="97704"/>
          <a:ext cx="2002103" cy="800841"/>
        </a:xfrm>
        <a:prstGeom prst="chevron">
          <a:avLst/>
        </a:prstGeom>
        <a:solidFill>
          <a:schemeClr val="accent4">
            <a:tint val="40000"/>
            <a:alpha val="90000"/>
            <a:hueOff val="-2485246"/>
            <a:satOff val="18035"/>
            <a:lumOff val="1017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2485246"/>
              <a:satOff val="18035"/>
              <a:lumOff val="10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DDAVP(case reports)</a:t>
          </a:r>
          <a:endParaRPr lang="en-GB" sz="1300" kern="1200" dirty="0"/>
        </a:p>
      </dsp:txBody>
      <dsp:txXfrm>
        <a:off x="5947330" y="97704"/>
        <a:ext cx="1201262" cy="800841"/>
      </dsp:txXfrm>
    </dsp:sp>
    <dsp:sp modelId="{C437CE17-14B0-4BAD-B102-694CE52370D0}">
      <dsp:nvSpPr>
        <dsp:cNvPr id="0" name=""/>
        <dsp:cNvSpPr/>
      </dsp:nvSpPr>
      <dsp:spPr>
        <a:xfrm>
          <a:off x="4701" y="1115641"/>
          <a:ext cx="2412172" cy="964868"/>
        </a:xfrm>
        <a:prstGeom prst="chevron">
          <a:avLst/>
        </a:prstGeom>
        <a:solidFill>
          <a:schemeClr val="accent4">
            <a:hueOff val="-4015246"/>
            <a:satOff val="28688"/>
            <a:lumOff val="-1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Cryo</a:t>
          </a:r>
          <a:r>
            <a:rPr lang="en-US" sz="1500" kern="1200" dirty="0"/>
            <a:t>/Fibrinogen</a:t>
          </a:r>
          <a:endParaRPr lang="en-GB" sz="1500" kern="1200" dirty="0"/>
        </a:p>
      </dsp:txBody>
      <dsp:txXfrm>
        <a:off x="487135" y="1115641"/>
        <a:ext cx="1447304" cy="964868"/>
      </dsp:txXfrm>
    </dsp:sp>
    <dsp:sp modelId="{AE64DD37-9A81-EA42-A56B-072C77BDEC54}">
      <dsp:nvSpPr>
        <dsp:cNvPr id="0" name=""/>
        <dsp:cNvSpPr/>
      </dsp:nvSpPr>
      <dsp:spPr>
        <a:xfrm>
          <a:off x="2103291" y="1197654"/>
          <a:ext cx="2002103" cy="800841"/>
        </a:xfrm>
        <a:prstGeom prst="chevron">
          <a:avLst/>
        </a:prstGeom>
        <a:solidFill>
          <a:schemeClr val="accent4">
            <a:tint val="40000"/>
            <a:alpha val="90000"/>
            <a:hueOff val="-3727869"/>
            <a:satOff val="27053"/>
            <a:lumOff val="1526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727869"/>
              <a:satOff val="27053"/>
              <a:lumOff val="15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Tranexamic acid</a:t>
          </a:r>
          <a:endParaRPr lang="en-GB" sz="1300" kern="1200" dirty="0"/>
        </a:p>
      </dsp:txBody>
      <dsp:txXfrm>
        <a:off x="2503712" y="1197654"/>
        <a:ext cx="1201262" cy="800841"/>
      </dsp:txXfrm>
    </dsp:sp>
    <dsp:sp modelId="{D0B953E6-B579-4DD1-849F-3381CE24C139}">
      <dsp:nvSpPr>
        <dsp:cNvPr id="0" name=""/>
        <dsp:cNvSpPr/>
      </dsp:nvSpPr>
      <dsp:spPr>
        <a:xfrm>
          <a:off x="3825100" y="1197654"/>
          <a:ext cx="2002103" cy="800841"/>
        </a:xfrm>
        <a:prstGeom prst="chevron">
          <a:avLst/>
        </a:prstGeom>
        <a:solidFill>
          <a:schemeClr val="accent4">
            <a:tint val="40000"/>
            <a:alpha val="90000"/>
            <a:hueOff val="-4970492"/>
            <a:satOff val="36071"/>
            <a:lumOff val="2035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4970492"/>
              <a:satOff val="36071"/>
              <a:lumOff val="20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FFP</a:t>
          </a:r>
        </a:p>
      </dsp:txBody>
      <dsp:txXfrm>
        <a:off x="4225521" y="1197654"/>
        <a:ext cx="1201262" cy="800841"/>
      </dsp:txXfrm>
    </dsp:sp>
    <dsp:sp modelId="{810DE599-3EC8-4FEC-9161-C8220FB628F6}">
      <dsp:nvSpPr>
        <dsp:cNvPr id="0" name=""/>
        <dsp:cNvSpPr/>
      </dsp:nvSpPr>
      <dsp:spPr>
        <a:xfrm>
          <a:off x="5546909" y="1197654"/>
          <a:ext cx="2002103" cy="800841"/>
        </a:xfrm>
        <a:prstGeom prst="chevron">
          <a:avLst/>
        </a:prstGeom>
        <a:solidFill>
          <a:schemeClr val="accent4">
            <a:tint val="40000"/>
            <a:alpha val="90000"/>
            <a:hueOff val="-6213115"/>
            <a:satOff val="45089"/>
            <a:lumOff val="254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6213115"/>
              <a:satOff val="45089"/>
              <a:lumOff val="25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Platelets</a:t>
          </a:r>
        </a:p>
      </dsp:txBody>
      <dsp:txXfrm>
        <a:off x="5947330" y="1197654"/>
        <a:ext cx="1201262" cy="800841"/>
      </dsp:txXfrm>
    </dsp:sp>
    <dsp:sp modelId="{7DC756E2-E00C-41B0-AF9B-BCCF7442266C}">
      <dsp:nvSpPr>
        <dsp:cNvPr id="0" name=""/>
        <dsp:cNvSpPr/>
      </dsp:nvSpPr>
      <dsp:spPr>
        <a:xfrm>
          <a:off x="4701" y="2215591"/>
          <a:ext cx="2412172" cy="964868"/>
        </a:xfrm>
        <a:prstGeom prst="chevron">
          <a:avLst/>
        </a:prstGeom>
        <a:solidFill>
          <a:schemeClr val="accent4">
            <a:hueOff val="-8030491"/>
            <a:satOff val="57377"/>
            <a:lumOff val="-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Surgeon</a:t>
          </a:r>
          <a:endParaRPr lang="en-GB" sz="1500" kern="1200" dirty="0"/>
        </a:p>
      </dsp:txBody>
      <dsp:txXfrm>
        <a:off x="487135" y="2215591"/>
        <a:ext cx="1447304" cy="964868"/>
      </dsp:txXfrm>
    </dsp:sp>
    <dsp:sp modelId="{6FFFA799-32D5-424C-9BD6-4A57124C5FB6}">
      <dsp:nvSpPr>
        <dsp:cNvPr id="0" name=""/>
        <dsp:cNvSpPr/>
      </dsp:nvSpPr>
      <dsp:spPr>
        <a:xfrm>
          <a:off x="2103291" y="2297605"/>
          <a:ext cx="2002103" cy="800841"/>
        </a:xfrm>
        <a:prstGeom prst="chevron">
          <a:avLst/>
        </a:prstGeom>
        <a:solidFill>
          <a:schemeClr val="accent4">
            <a:tint val="40000"/>
            <a:alpha val="90000"/>
            <a:hueOff val="-7455737"/>
            <a:satOff val="54106"/>
            <a:lumOff val="3052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7455737"/>
              <a:satOff val="54106"/>
              <a:lumOff val="30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Stop the bleeding</a:t>
          </a:r>
          <a:endParaRPr lang="en-GB" sz="1300" kern="1200" dirty="0"/>
        </a:p>
      </dsp:txBody>
      <dsp:txXfrm>
        <a:off x="2503712" y="2297605"/>
        <a:ext cx="1201262" cy="800841"/>
      </dsp:txXfrm>
    </dsp:sp>
    <dsp:sp modelId="{9B3CE30D-E637-4745-AC97-A7BD2AC3AD24}">
      <dsp:nvSpPr>
        <dsp:cNvPr id="0" name=""/>
        <dsp:cNvSpPr/>
      </dsp:nvSpPr>
      <dsp:spPr>
        <a:xfrm>
          <a:off x="3825100" y="2297605"/>
          <a:ext cx="2002103" cy="800841"/>
        </a:xfrm>
        <a:prstGeom prst="chevron">
          <a:avLst/>
        </a:prstGeom>
        <a:solidFill>
          <a:schemeClr val="accent4">
            <a:tint val="40000"/>
            <a:alpha val="90000"/>
            <a:hueOff val="-8698360"/>
            <a:satOff val="63124"/>
            <a:lumOff val="3561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8698360"/>
              <a:satOff val="63124"/>
              <a:lumOff val="3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Now</a:t>
          </a:r>
          <a:endParaRPr lang="en-GB" sz="1300" kern="1200" dirty="0"/>
        </a:p>
      </dsp:txBody>
      <dsp:txXfrm>
        <a:off x="4225521" y="2297605"/>
        <a:ext cx="1201262" cy="800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CC683-F313-4251-80B9-893DF4386341}">
      <dsp:nvSpPr>
        <dsp:cNvPr id="0" name=""/>
        <dsp:cNvSpPr/>
      </dsp:nvSpPr>
      <dsp:spPr>
        <a:xfrm>
          <a:off x="2219351" y="501058"/>
          <a:ext cx="1657103" cy="3682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165735" bIns="36830" numCol="1" spcCol="1270" anchor="ctr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Piggyback</a:t>
          </a:r>
        </a:p>
      </dsp:txBody>
      <dsp:txXfrm rot="16200000">
        <a:off x="2009488" y="1925004"/>
        <a:ext cx="3278738" cy="430846"/>
      </dsp:txXfrm>
    </dsp:sp>
    <dsp:sp modelId="{7CAB4725-F01A-4CD0-9051-6C23E48C46CF}">
      <dsp:nvSpPr>
        <dsp:cNvPr id="0" name=""/>
        <dsp:cNvSpPr/>
      </dsp:nvSpPr>
      <dsp:spPr>
        <a:xfrm>
          <a:off x="408942" y="0"/>
          <a:ext cx="1657103" cy="41833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165735" bIns="36830" numCol="1" spcCol="1270" anchor="ctr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Classic</a:t>
          </a:r>
        </a:p>
      </dsp:txBody>
      <dsp:txXfrm rot="16200000">
        <a:off x="199079" y="1423945"/>
        <a:ext cx="3278738" cy="430846"/>
      </dsp:txXfrm>
    </dsp:sp>
    <dsp:sp modelId="{B1CB9BE5-5996-4683-AE11-844C3804AC45}">
      <dsp:nvSpPr>
        <dsp:cNvPr id="0" name=""/>
        <dsp:cNvSpPr/>
      </dsp:nvSpPr>
      <dsp:spPr>
        <a:xfrm>
          <a:off x="408942" y="0"/>
          <a:ext cx="1176543" cy="420351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Extreme preload loss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Volume loading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Vasoactive meds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Calcium homeostasis</a:t>
          </a:r>
        </a:p>
      </dsp:txBody>
      <dsp:txXfrm>
        <a:off x="408942" y="0"/>
        <a:ext cx="1176543" cy="4203511"/>
      </dsp:txXfrm>
    </dsp:sp>
    <dsp:sp modelId="{2CC41E44-49F5-4C88-86F1-B019C9895778}">
      <dsp:nvSpPr>
        <dsp:cNvPr id="0" name=""/>
        <dsp:cNvSpPr/>
      </dsp:nvSpPr>
      <dsp:spPr>
        <a:xfrm>
          <a:off x="2219351" y="501058"/>
          <a:ext cx="1176543" cy="370245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Better preserved preload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Lesser instability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2219351" y="501058"/>
        <a:ext cx="1176543" cy="37024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637B9-A039-4637-AEB7-2B60C637123E}">
      <dsp:nvSpPr>
        <dsp:cNvPr id="0" name=""/>
        <dsp:cNvSpPr/>
      </dsp:nvSpPr>
      <dsp:spPr>
        <a:xfrm rot="5400000">
          <a:off x="-209080" y="210844"/>
          <a:ext cx="1393868" cy="9757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Hypotension</a:t>
          </a:r>
        </a:p>
      </dsp:txBody>
      <dsp:txXfrm rot="-5400000">
        <a:off x="1" y="489618"/>
        <a:ext cx="975707" cy="418161"/>
      </dsp:txXfrm>
    </dsp:sp>
    <dsp:sp modelId="{0B74CAFC-0F5E-4A8D-870A-8F0C81325313}">
      <dsp:nvSpPr>
        <dsp:cNvPr id="0" name=""/>
        <dsp:cNvSpPr/>
      </dsp:nvSpPr>
      <dsp:spPr>
        <a:xfrm rot="5400000">
          <a:off x="2465366" y="-1487894"/>
          <a:ext cx="906014" cy="38853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Fluids- Vasopressors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 TOE, CVP, gases, UO, CO monitors/PPV</a:t>
          </a:r>
        </a:p>
      </dsp:txBody>
      <dsp:txXfrm rot="-5400000">
        <a:off x="975707" y="45993"/>
        <a:ext cx="3841104" cy="817558"/>
      </dsp:txXfrm>
    </dsp:sp>
    <dsp:sp modelId="{87BE274A-8895-4FA3-B8F1-44E292B212CC}">
      <dsp:nvSpPr>
        <dsp:cNvPr id="0" name=""/>
        <dsp:cNvSpPr/>
      </dsp:nvSpPr>
      <dsp:spPr>
        <a:xfrm rot="5400000">
          <a:off x="-209080" y="1459545"/>
          <a:ext cx="1393868" cy="9757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Acidosis</a:t>
          </a:r>
        </a:p>
      </dsp:txBody>
      <dsp:txXfrm rot="-5400000">
        <a:off x="1" y="1738319"/>
        <a:ext cx="975707" cy="418161"/>
      </dsp:txXfrm>
    </dsp:sp>
    <dsp:sp modelId="{04C5C3F1-151F-47B0-8750-78D16B2D28B7}">
      <dsp:nvSpPr>
        <dsp:cNvPr id="0" name=""/>
        <dsp:cNvSpPr/>
      </dsp:nvSpPr>
      <dsp:spPr>
        <a:xfrm rot="5400000">
          <a:off x="2465366" y="-239193"/>
          <a:ext cx="906014" cy="38853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Blood if needed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Bicarbonate infusion(pH)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Hyperventilate briefly</a:t>
          </a:r>
        </a:p>
      </dsp:txBody>
      <dsp:txXfrm rot="-5400000">
        <a:off x="975707" y="1294694"/>
        <a:ext cx="3841104" cy="817558"/>
      </dsp:txXfrm>
    </dsp:sp>
    <dsp:sp modelId="{F8C3524E-07B2-42A3-B867-FE17814065A9}">
      <dsp:nvSpPr>
        <dsp:cNvPr id="0" name=""/>
        <dsp:cNvSpPr/>
      </dsp:nvSpPr>
      <dsp:spPr>
        <a:xfrm rot="5400000">
          <a:off x="-209080" y="2695186"/>
          <a:ext cx="1393868" cy="9757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Hyperkalemia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Hypocalcemia</a:t>
          </a:r>
          <a:endParaRPr lang="en-US" sz="1200" kern="1200" dirty="0"/>
        </a:p>
      </dsp:txBody>
      <dsp:txXfrm rot="-5400000">
        <a:off x="1" y="2973960"/>
        <a:ext cx="975707" cy="418161"/>
      </dsp:txXfrm>
    </dsp:sp>
    <dsp:sp modelId="{2A6C3D46-F841-4E1B-8426-A8F7403F4E1C}">
      <dsp:nvSpPr>
        <dsp:cNvPr id="0" name=""/>
        <dsp:cNvSpPr/>
      </dsp:nvSpPr>
      <dsp:spPr>
        <a:xfrm rot="5400000">
          <a:off x="2465366" y="1009507"/>
          <a:ext cx="906014" cy="38853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Insulin/Glucose, </a:t>
          </a:r>
          <a:r>
            <a:rPr lang="en-US" sz="1800" kern="1200" dirty="0" err="1"/>
            <a:t>Bicarb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CRRT</a:t>
          </a:r>
        </a:p>
      </dsp:txBody>
      <dsp:txXfrm rot="-5400000">
        <a:off x="975707" y="2543394"/>
        <a:ext cx="3841104" cy="817558"/>
      </dsp:txXfrm>
    </dsp:sp>
    <dsp:sp modelId="{401BE336-31AD-478F-8124-AAC5A35DFCD8}">
      <dsp:nvSpPr>
        <dsp:cNvPr id="0" name=""/>
        <dsp:cNvSpPr/>
      </dsp:nvSpPr>
      <dsp:spPr>
        <a:xfrm rot="5400000">
          <a:off x="-209080" y="3956947"/>
          <a:ext cx="1393868" cy="9757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Coagulopathy worsens</a:t>
          </a:r>
        </a:p>
      </dsp:txBody>
      <dsp:txXfrm rot="-5400000">
        <a:off x="1" y="4235721"/>
        <a:ext cx="975707" cy="418161"/>
      </dsp:txXfrm>
    </dsp:sp>
    <dsp:sp modelId="{CA2EC4A1-265D-4B54-A583-7189B204A07F}">
      <dsp:nvSpPr>
        <dsp:cNvPr id="0" name=""/>
        <dsp:cNvSpPr/>
      </dsp:nvSpPr>
      <dsp:spPr>
        <a:xfrm rot="5400000">
          <a:off x="2465366" y="2258208"/>
          <a:ext cx="906014" cy="38853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TEG/ Surgical field</a:t>
          </a:r>
        </a:p>
      </dsp:txBody>
      <dsp:txXfrm rot="-5400000">
        <a:off x="975707" y="3792095"/>
        <a:ext cx="3841104" cy="8175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5CC7CD-A871-4025-8188-C795546A0761}">
      <dsp:nvSpPr>
        <dsp:cNvPr id="0" name=""/>
        <dsp:cNvSpPr/>
      </dsp:nvSpPr>
      <dsp:spPr>
        <a:xfrm>
          <a:off x="1840295" y="0"/>
          <a:ext cx="2760442" cy="149645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2"/>
              </a:solidFill>
            </a:rPr>
            <a:t>Cold, Desaturated/ acidotic blood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2"/>
              </a:solidFill>
            </a:rPr>
            <a:t>Il-6 and TNF alpha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2"/>
              </a:solidFill>
            </a:rPr>
            <a:t> Potassium</a:t>
          </a:r>
        </a:p>
      </dsp:txBody>
      <dsp:txXfrm>
        <a:off x="1840295" y="187057"/>
        <a:ext cx="2199271" cy="1122341"/>
      </dsp:txXfrm>
    </dsp:sp>
    <dsp:sp modelId="{555E3CC4-CC40-42A5-B3E9-9FCCB05B7791}">
      <dsp:nvSpPr>
        <dsp:cNvPr id="0" name=""/>
        <dsp:cNvSpPr/>
      </dsp:nvSpPr>
      <dsp:spPr>
        <a:xfrm>
          <a:off x="0" y="0"/>
          <a:ext cx="1840295" cy="14964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Portal vein unclamping</a:t>
          </a:r>
        </a:p>
      </dsp:txBody>
      <dsp:txXfrm>
        <a:off x="73051" y="73051"/>
        <a:ext cx="1694193" cy="1350353"/>
      </dsp:txXfrm>
    </dsp:sp>
    <dsp:sp modelId="{EDE08E9A-D9CA-40C3-9E17-96BD412EEF05}">
      <dsp:nvSpPr>
        <dsp:cNvPr id="0" name=""/>
        <dsp:cNvSpPr/>
      </dsp:nvSpPr>
      <dsp:spPr>
        <a:xfrm>
          <a:off x="1840295" y="1646101"/>
          <a:ext cx="2760442" cy="149645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chemeClr val="bg2"/>
              </a:solidFill>
            </a:rPr>
            <a:t>30% decrease in MAP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Risk of right heart failure</a:t>
          </a:r>
        </a:p>
      </dsp:txBody>
      <dsp:txXfrm>
        <a:off x="1840295" y="1833158"/>
        <a:ext cx="2199271" cy="1122341"/>
      </dsp:txXfrm>
    </dsp:sp>
    <dsp:sp modelId="{C82FE36F-8E37-4907-B470-CE18695BBC3E}">
      <dsp:nvSpPr>
        <dsp:cNvPr id="0" name=""/>
        <dsp:cNvSpPr/>
      </dsp:nvSpPr>
      <dsp:spPr>
        <a:xfrm>
          <a:off x="0" y="1646101"/>
          <a:ext cx="1840295" cy="14964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Post Reperfusion syndrome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73051" y="1719152"/>
        <a:ext cx="1694193" cy="1350353"/>
      </dsp:txXfrm>
    </dsp:sp>
    <dsp:sp modelId="{FDA30DD9-E07D-4D96-A3FD-133165EB25A0}">
      <dsp:nvSpPr>
        <dsp:cNvPr id="0" name=""/>
        <dsp:cNvSpPr/>
      </dsp:nvSpPr>
      <dsp:spPr>
        <a:xfrm>
          <a:off x="1840295" y="3292202"/>
          <a:ext cx="2760442" cy="1496455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bg2"/>
              </a:solidFill>
            </a:rPr>
            <a:t>Electrolytes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bg2"/>
              </a:solidFill>
            </a:rPr>
            <a:t>Defib pads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bg2"/>
              </a:solidFill>
            </a:rPr>
            <a:t>Prayers?</a:t>
          </a:r>
        </a:p>
      </dsp:txBody>
      <dsp:txXfrm>
        <a:off x="1840295" y="3479259"/>
        <a:ext cx="2199271" cy="1122341"/>
      </dsp:txXfrm>
    </dsp:sp>
    <dsp:sp modelId="{58E98548-FD77-491F-87C6-EB8F7452ACFC}">
      <dsp:nvSpPr>
        <dsp:cNvPr id="0" name=""/>
        <dsp:cNvSpPr/>
      </dsp:nvSpPr>
      <dsp:spPr>
        <a:xfrm>
          <a:off x="0" y="3292202"/>
          <a:ext cx="1840295" cy="14964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Arrhythmias</a:t>
          </a:r>
        </a:p>
      </dsp:txBody>
      <dsp:txXfrm>
        <a:off x="73051" y="3365253"/>
        <a:ext cx="1694193" cy="13503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B2C5E1-0BFD-4B56-95EF-3EB8F1EA49C4}">
      <dsp:nvSpPr>
        <dsp:cNvPr id="0" name=""/>
        <dsp:cNvSpPr/>
      </dsp:nvSpPr>
      <dsp:spPr>
        <a:xfrm>
          <a:off x="916483" y="1984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Metaraminol</a:t>
          </a:r>
        </a:p>
      </dsp:txBody>
      <dsp:txXfrm>
        <a:off x="916483" y="1984"/>
        <a:ext cx="2030015" cy="1218009"/>
      </dsp:txXfrm>
    </dsp:sp>
    <dsp:sp modelId="{B3A06480-D9F7-452C-9380-A3CBAF77A426}">
      <dsp:nvSpPr>
        <dsp:cNvPr id="0" name=""/>
        <dsp:cNvSpPr/>
      </dsp:nvSpPr>
      <dsp:spPr>
        <a:xfrm>
          <a:off x="3149500" y="1984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Adrenaline 10 mcg bolus</a:t>
          </a:r>
        </a:p>
      </dsp:txBody>
      <dsp:txXfrm>
        <a:off x="3149500" y="1984"/>
        <a:ext cx="2030015" cy="1218009"/>
      </dsp:txXfrm>
    </dsp:sp>
    <dsp:sp modelId="{F8FC38D9-0E8E-40D1-9A91-88C78BD8FDC1}">
      <dsp:nvSpPr>
        <dsp:cNvPr id="0" name=""/>
        <dsp:cNvSpPr/>
      </dsp:nvSpPr>
      <dsp:spPr>
        <a:xfrm>
          <a:off x="916483" y="1422995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Bicabonate</a:t>
          </a:r>
          <a:r>
            <a:rPr lang="en-US" sz="2500" kern="1200" dirty="0"/>
            <a:t> bolus</a:t>
          </a:r>
        </a:p>
      </dsp:txBody>
      <dsp:txXfrm>
        <a:off x="916483" y="1422995"/>
        <a:ext cx="2030015" cy="1218009"/>
      </dsp:txXfrm>
    </dsp:sp>
    <dsp:sp modelId="{64DC1B92-5E9D-449F-9F63-1830F60899B8}">
      <dsp:nvSpPr>
        <dsp:cNvPr id="0" name=""/>
        <dsp:cNvSpPr/>
      </dsp:nvSpPr>
      <dsp:spPr>
        <a:xfrm>
          <a:off x="3149500" y="1422995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Glucose Insulin</a:t>
          </a:r>
        </a:p>
      </dsp:txBody>
      <dsp:txXfrm>
        <a:off x="3149500" y="1422995"/>
        <a:ext cx="2030015" cy="1218009"/>
      </dsp:txXfrm>
    </dsp:sp>
    <dsp:sp modelId="{F1AFF544-F121-4E0C-83F1-585CC741C6B4}">
      <dsp:nvSpPr>
        <dsp:cNvPr id="0" name=""/>
        <dsp:cNvSpPr/>
      </dsp:nvSpPr>
      <dsp:spPr>
        <a:xfrm>
          <a:off x="2032992" y="2844006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Fluid resuscitation</a:t>
          </a:r>
        </a:p>
      </dsp:txBody>
      <dsp:txXfrm>
        <a:off x="2032992" y="2844006"/>
        <a:ext cx="2030015" cy="12180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B2C5E1-0BFD-4B56-95EF-3EB8F1EA49C4}">
      <dsp:nvSpPr>
        <dsp:cNvPr id="0" name=""/>
        <dsp:cNvSpPr/>
      </dsp:nvSpPr>
      <dsp:spPr>
        <a:xfrm>
          <a:off x="916483" y="1984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Methylene Blue</a:t>
          </a:r>
        </a:p>
      </dsp:txBody>
      <dsp:txXfrm>
        <a:off x="916483" y="1984"/>
        <a:ext cx="2030015" cy="1218009"/>
      </dsp:txXfrm>
    </dsp:sp>
    <dsp:sp modelId="{B3A06480-D9F7-452C-9380-A3CBAF77A426}">
      <dsp:nvSpPr>
        <dsp:cNvPr id="0" name=""/>
        <dsp:cNvSpPr/>
      </dsp:nvSpPr>
      <dsp:spPr>
        <a:xfrm>
          <a:off x="3149500" y="1984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Hydroxycobalamine</a:t>
          </a:r>
          <a:endParaRPr lang="en-US" sz="1700" kern="1200" dirty="0"/>
        </a:p>
      </dsp:txBody>
      <dsp:txXfrm>
        <a:off x="3149500" y="1984"/>
        <a:ext cx="2030015" cy="1218009"/>
      </dsp:txXfrm>
    </dsp:sp>
    <dsp:sp modelId="{F8FC38D9-0E8E-40D1-9A91-88C78BD8FDC1}">
      <dsp:nvSpPr>
        <dsp:cNvPr id="0" name=""/>
        <dsp:cNvSpPr/>
      </dsp:nvSpPr>
      <dsp:spPr>
        <a:xfrm>
          <a:off x="916483" y="1422995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916483" y="1422995"/>
        <a:ext cx="2030015" cy="1218009"/>
      </dsp:txXfrm>
    </dsp:sp>
    <dsp:sp modelId="{64DC1B92-5E9D-449F-9F63-1830F60899B8}">
      <dsp:nvSpPr>
        <dsp:cNvPr id="0" name=""/>
        <dsp:cNvSpPr/>
      </dsp:nvSpPr>
      <dsp:spPr>
        <a:xfrm>
          <a:off x="3149500" y="1422995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3149500" y="1422995"/>
        <a:ext cx="2030015" cy="1218009"/>
      </dsp:txXfrm>
    </dsp:sp>
    <dsp:sp modelId="{F1AFF544-F121-4E0C-83F1-585CC741C6B4}">
      <dsp:nvSpPr>
        <dsp:cNvPr id="0" name=""/>
        <dsp:cNvSpPr/>
      </dsp:nvSpPr>
      <dsp:spPr>
        <a:xfrm>
          <a:off x="2032992" y="2844006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REFRACTORY</a:t>
          </a:r>
        </a:p>
      </dsp:txBody>
      <dsp:txXfrm>
        <a:off x="2032992" y="2844006"/>
        <a:ext cx="2030015" cy="12180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BD254-C048-452F-92CF-4BF25CE4A737}">
      <dsp:nvSpPr>
        <dsp:cNvPr id="0" name=""/>
        <dsp:cNvSpPr/>
      </dsp:nvSpPr>
      <dsp:spPr>
        <a:xfrm>
          <a:off x="3491" y="0"/>
          <a:ext cx="3358355" cy="3960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Graft function</a:t>
          </a:r>
        </a:p>
      </dsp:txBody>
      <dsp:txXfrm>
        <a:off x="3491" y="0"/>
        <a:ext cx="3358355" cy="1188026"/>
      </dsp:txXfrm>
    </dsp:sp>
    <dsp:sp modelId="{28B82A12-2162-4C45-A35D-AC1AD781E556}">
      <dsp:nvSpPr>
        <dsp:cNvPr id="0" name=""/>
        <dsp:cNvSpPr/>
      </dsp:nvSpPr>
      <dsp:spPr>
        <a:xfrm>
          <a:off x="339326" y="1188123"/>
          <a:ext cx="2686684" cy="5769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 rise in body temperature due to</a:t>
          </a:r>
          <a:br>
            <a:rPr lang="en-US" sz="1300" kern="1200" dirty="0"/>
          </a:br>
          <a:r>
            <a:rPr lang="en-US" sz="1300" kern="1200" dirty="0"/>
            <a:t>increased metabolism</a:t>
          </a:r>
        </a:p>
      </dsp:txBody>
      <dsp:txXfrm>
        <a:off x="356223" y="1205020"/>
        <a:ext cx="2652890" cy="543106"/>
      </dsp:txXfrm>
    </dsp:sp>
    <dsp:sp modelId="{2B659F9D-5C18-404C-9744-323AFEAA1B29}">
      <dsp:nvSpPr>
        <dsp:cNvPr id="0" name=""/>
        <dsp:cNvSpPr/>
      </dsp:nvSpPr>
      <dsp:spPr>
        <a:xfrm>
          <a:off x="339326" y="1853778"/>
          <a:ext cx="2686684" cy="5769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hyperglycaemia</a:t>
          </a:r>
          <a:r>
            <a:rPr lang="en-US" sz="1300" kern="1200" dirty="0"/>
            <a:t> from enhanced gluconeogenesis, </a:t>
          </a:r>
        </a:p>
      </dsp:txBody>
      <dsp:txXfrm>
        <a:off x="356223" y="1870675"/>
        <a:ext cx="2652890" cy="543106"/>
      </dsp:txXfrm>
    </dsp:sp>
    <dsp:sp modelId="{F288AF7F-522A-475C-8540-5505DE62D397}">
      <dsp:nvSpPr>
        <dsp:cNvPr id="0" name=""/>
        <dsp:cNvSpPr/>
      </dsp:nvSpPr>
      <dsp:spPr>
        <a:xfrm>
          <a:off x="339326" y="2519433"/>
          <a:ext cx="2686684" cy="5769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bile production,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normalization of coagulopathy, </a:t>
          </a:r>
        </a:p>
      </dsp:txBody>
      <dsp:txXfrm>
        <a:off x="356223" y="2536330"/>
        <a:ext cx="2652890" cy="543106"/>
      </dsp:txXfrm>
    </dsp:sp>
    <dsp:sp modelId="{9E808032-8D98-40BC-8EEC-B29C5FA69D33}">
      <dsp:nvSpPr>
        <dsp:cNvPr id="0" name=""/>
        <dsp:cNvSpPr/>
      </dsp:nvSpPr>
      <dsp:spPr>
        <a:xfrm>
          <a:off x="339326" y="3185088"/>
          <a:ext cx="2686684" cy="5769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lactate clearance</a:t>
          </a:r>
        </a:p>
      </dsp:txBody>
      <dsp:txXfrm>
        <a:off x="356223" y="3201985"/>
        <a:ext cx="2652890" cy="543106"/>
      </dsp:txXfrm>
    </dsp:sp>
    <dsp:sp modelId="{46B6484D-A80F-4C03-BDAF-2323350FC9CE}">
      <dsp:nvSpPr>
        <dsp:cNvPr id="0" name=""/>
        <dsp:cNvSpPr/>
      </dsp:nvSpPr>
      <dsp:spPr>
        <a:xfrm>
          <a:off x="3613723" y="0"/>
          <a:ext cx="3358355" cy="3960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Vasculature</a:t>
          </a:r>
        </a:p>
      </dsp:txBody>
      <dsp:txXfrm>
        <a:off x="3613723" y="0"/>
        <a:ext cx="3358355" cy="1188026"/>
      </dsp:txXfrm>
    </dsp:sp>
    <dsp:sp modelId="{B4AE5D19-B772-443D-B267-1FDC1C459707}">
      <dsp:nvSpPr>
        <dsp:cNvPr id="0" name=""/>
        <dsp:cNvSpPr/>
      </dsp:nvSpPr>
      <dsp:spPr>
        <a:xfrm>
          <a:off x="3949558" y="1189187"/>
          <a:ext cx="2686684" cy="1194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Ultrasound/Doppler </a:t>
          </a:r>
          <a:endParaRPr lang="en-US" sz="1300" kern="1200" dirty="0"/>
        </a:p>
      </dsp:txBody>
      <dsp:txXfrm>
        <a:off x="3984530" y="1224159"/>
        <a:ext cx="2616740" cy="1124077"/>
      </dsp:txXfrm>
    </dsp:sp>
    <dsp:sp modelId="{756241AB-7355-4A5C-BD20-30948B46411F}">
      <dsp:nvSpPr>
        <dsp:cNvPr id="0" name=""/>
        <dsp:cNvSpPr/>
      </dsp:nvSpPr>
      <dsp:spPr>
        <a:xfrm>
          <a:off x="3949558" y="2566904"/>
          <a:ext cx="2686684" cy="1194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patent hepatic and portal vasculatures</a:t>
          </a:r>
          <a:endParaRPr lang="en-US" sz="1300" kern="1200" dirty="0"/>
        </a:p>
      </dsp:txBody>
      <dsp:txXfrm>
        <a:off x="3984530" y="2601876"/>
        <a:ext cx="2616740" cy="1124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86855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581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cb9a0b07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cb9a0b07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831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4B20A5BC-6DDA-13D7-40E5-2661989B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cb9a0b074_2_0:notes">
            <a:extLst>
              <a:ext uri="{FF2B5EF4-FFF2-40B4-BE49-F238E27FC236}">
                <a16:creationId xmlns:a16="http://schemas.microsoft.com/office/drawing/2014/main" id="{55C9A505-7281-2FDE-9971-66063B693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cb9a0b074_2_0:notes">
            <a:extLst>
              <a:ext uri="{FF2B5EF4-FFF2-40B4-BE49-F238E27FC236}">
                <a16:creationId xmlns:a16="http://schemas.microsoft.com/office/drawing/2014/main" id="{A2B98AE0-4D0C-DAA4-2F65-98EA9CC6E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177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b9a0b074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b9a0b074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2811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b9a0b074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b9a0b074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35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b9a0b074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b9a0b074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2749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347EC2E3-6F27-64A7-EB63-D15BDD341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b9a0b074_1_122:notes">
            <a:extLst>
              <a:ext uri="{FF2B5EF4-FFF2-40B4-BE49-F238E27FC236}">
                <a16:creationId xmlns:a16="http://schemas.microsoft.com/office/drawing/2014/main" id="{7E32647E-EC31-36BD-F62A-4E6FCF7F7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b9a0b074_1_122:notes">
            <a:extLst>
              <a:ext uri="{FF2B5EF4-FFF2-40B4-BE49-F238E27FC236}">
                <a16:creationId xmlns:a16="http://schemas.microsoft.com/office/drawing/2014/main" id="{27ADC0F6-1F22-3351-E5B8-D4F5AF48E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5627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b9a0b074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b9a0b074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507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b9a0b074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b9a0b074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5802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E8B59C75-8958-047E-197A-1A564206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b9a0b074_1_122:notes">
            <a:extLst>
              <a:ext uri="{FF2B5EF4-FFF2-40B4-BE49-F238E27FC236}">
                <a16:creationId xmlns:a16="http://schemas.microsoft.com/office/drawing/2014/main" id="{9128B921-E443-6545-CCB6-A8E44B7BF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b9a0b074_1_122:notes">
            <a:extLst>
              <a:ext uri="{FF2B5EF4-FFF2-40B4-BE49-F238E27FC236}">
                <a16:creationId xmlns:a16="http://schemas.microsoft.com/office/drawing/2014/main" id="{9A70433E-86CD-075F-BAC7-CA9753561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6216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525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E32962FB-44B0-93AA-5BCE-14C6B5DC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>
            <a:extLst>
              <a:ext uri="{FF2B5EF4-FFF2-40B4-BE49-F238E27FC236}">
                <a16:creationId xmlns:a16="http://schemas.microsoft.com/office/drawing/2014/main" id="{3C87F754-EF14-0577-35D4-2F3376030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>
            <a:extLst>
              <a:ext uri="{FF2B5EF4-FFF2-40B4-BE49-F238E27FC236}">
                <a16:creationId xmlns:a16="http://schemas.microsoft.com/office/drawing/2014/main" id="{35227E3D-9E5B-4718-47DB-F564891B2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4280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4649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535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281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528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3815111C-DE92-C4A7-0C90-7CA3D648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>
            <a:extLst>
              <a:ext uri="{FF2B5EF4-FFF2-40B4-BE49-F238E27FC236}">
                <a16:creationId xmlns:a16="http://schemas.microsoft.com/office/drawing/2014/main" id="{7D6F1CDE-C0E8-9912-EAE1-F68DFDAC9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>
            <a:extLst>
              <a:ext uri="{FF2B5EF4-FFF2-40B4-BE49-F238E27FC236}">
                <a16:creationId xmlns:a16="http://schemas.microsoft.com/office/drawing/2014/main" id="{BE1DCB32-059F-F385-C208-93ED0EAA78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04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9132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597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89D8D0C9-E962-E328-E393-5A61B259D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>
            <a:extLst>
              <a:ext uri="{FF2B5EF4-FFF2-40B4-BE49-F238E27FC236}">
                <a16:creationId xmlns:a16="http://schemas.microsoft.com/office/drawing/2014/main" id="{DE9C05B4-54F2-C81B-185F-E52182CE0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>
            <a:extLst>
              <a:ext uri="{FF2B5EF4-FFF2-40B4-BE49-F238E27FC236}">
                <a16:creationId xmlns:a16="http://schemas.microsoft.com/office/drawing/2014/main" id="{6ABFA1ED-6152-DB57-CDE3-288304EFE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Adre, </a:t>
            </a:r>
            <a:r>
              <a:rPr lang="en-GB" dirty="0" err="1"/>
              <a:t>ephed,metaraminol</a:t>
            </a:r>
            <a:r>
              <a:rPr lang="en-GB" dirty="0"/>
              <a:t>,  insulin </a:t>
            </a:r>
            <a:r>
              <a:rPr lang="en-GB" dirty="0" err="1"/>
              <a:t>dex</a:t>
            </a:r>
            <a:r>
              <a:rPr lang="en-GB" dirty="0"/>
              <a:t>, calcium,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1781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65474a9_3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65474a9_3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113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45CF37CC-2B79-6AED-16A3-758F717FF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cb9a0b074_2_0:notes">
            <a:extLst>
              <a:ext uri="{FF2B5EF4-FFF2-40B4-BE49-F238E27FC236}">
                <a16:creationId xmlns:a16="http://schemas.microsoft.com/office/drawing/2014/main" id="{DF94A842-D8BD-6C62-2EDF-A6F8950AE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cb9a0b074_2_0:notes">
            <a:extLst>
              <a:ext uri="{FF2B5EF4-FFF2-40B4-BE49-F238E27FC236}">
                <a16:creationId xmlns:a16="http://schemas.microsoft.com/office/drawing/2014/main" id="{5C6411C3-A659-FE6B-37E8-54A7533D9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20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0212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161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593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579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6213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2392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7420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7369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975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6896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64598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0708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1547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19487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39705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22962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058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720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690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765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00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766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727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572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619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057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829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37851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17884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0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9.jp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0.png"/><Relationship Id="rId9" Type="http://schemas.microsoft.com/office/2007/relationships/diagramDrawing" Target="../diagrams/drawin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9.jp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3.png"/><Relationship Id="rId9" Type="http://schemas.microsoft.com/office/2007/relationships/diagramDrawing" Target="../diagrams/drawing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9.jp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0.png"/><Relationship Id="rId9" Type="http://schemas.microsoft.com/office/2007/relationships/diagramDrawing" Target="../diagrams/drawing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19.jp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0.png"/><Relationship Id="rId9" Type="http://schemas.microsoft.com/office/2007/relationships/diagramDrawing" Target="../diagrams/drawing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9.jp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30.png"/><Relationship Id="rId9" Type="http://schemas.microsoft.com/office/2007/relationships/diagramDrawing" Target="../diagrams/drawing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19.jp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10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microsoft.com/office/2007/relationships/diagramDrawing" Target="../diagrams/drawing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9.jp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Liver transplant anesthesia –Intra-operative care</a:t>
            </a:r>
            <a:endParaRPr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Karthik Ponnappan T MD DM(PhD) EDAIC FRCA</a:t>
            </a:r>
            <a:endParaRPr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283100" y="712150"/>
            <a:ext cx="8620500" cy="10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Anaesthesia for Liver Transplant</a:t>
            </a:r>
            <a:endParaRPr sz="4000" dirty="0"/>
          </a:p>
        </p:txBody>
      </p:sp>
      <p:sp>
        <p:nvSpPr>
          <p:cNvPr id="244" name="Google Shape;244;p31"/>
          <p:cNvSpPr/>
          <p:nvPr/>
        </p:nvSpPr>
        <p:spPr>
          <a:xfrm>
            <a:off x="371775" y="1988900"/>
            <a:ext cx="2629500" cy="22449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1"/>
          <p:cNvSpPr/>
          <p:nvPr/>
        </p:nvSpPr>
        <p:spPr>
          <a:xfrm>
            <a:off x="3210432" y="1988900"/>
            <a:ext cx="2629500" cy="22449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6049089" y="1988900"/>
            <a:ext cx="2629500" cy="22449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title"/>
          </p:nvPr>
        </p:nvSpPr>
        <p:spPr>
          <a:xfrm>
            <a:off x="6125275" y="2061900"/>
            <a:ext cx="2481600" cy="20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Postoperative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Critical Care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Surgical</a:t>
            </a:r>
            <a:endParaRPr sz="1400" b="0" dirty="0">
              <a:solidFill>
                <a:schemeClr val="lt1"/>
              </a:solidFill>
            </a:endParaRPr>
          </a:p>
        </p:txBody>
      </p:sp>
      <p:sp>
        <p:nvSpPr>
          <p:cNvPr id="248" name="Google Shape;248;p31"/>
          <p:cNvSpPr txBox="1">
            <a:spLocks noGrp="1"/>
          </p:cNvSpPr>
          <p:nvPr>
            <p:ph type="title"/>
          </p:nvPr>
        </p:nvSpPr>
        <p:spPr>
          <a:xfrm>
            <a:off x="447975" y="2061900"/>
            <a:ext cx="2481600" cy="20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Preoperative</a:t>
            </a:r>
            <a:r>
              <a:rPr lang="en-US" sz="2100" dirty="0"/>
              <a:t> 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Assessment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Optimization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249" name="Google Shape;249;p31"/>
          <p:cNvSpPr txBox="1">
            <a:spLocks noGrp="1"/>
          </p:cNvSpPr>
          <p:nvPr>
            <p:ph type="title"/>
          </p:nvPr>
        </p:nvSpPr>
        <p:spPr>
          <a:xfrm>
            <a:off x="3286625" y="2061900"/>
            <a:ext cx="2481600" cy="20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Intraoperative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Monitoring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Concerns</a:t>
            </a:r>
            <a:endParaRPr sz="1400" b="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29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94DBDC12-4D7B-EDA1-78D8-FBB472639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>
            <a:extLst>
              <a:ext uri="{FF2B5EF4-FFF2-40B4-BE49-F238E27FC236}">
                <a16:creationId xmlns:a16="http://schemas.microsoft.com/office/drawing/2014/main" id="{4C0279D3-0D87-7934-33A9-DE476678E4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3100" y="712150"/>
            <a:ext cx="8620500" cy="10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Anaesthesia for Liver Transplant</a:t>
            </a:r>
            <a:endParaRPr sz="4000" dirty="0"/>
          </a:p>
        </p:txBody>
      </p:sp>
      <p:sp>
        <p:nvSpPr>
          <p:cNvPr id="244" name="Google Shape;244;p31">
            <a:extLst>
              <a:ext uri="{FF2B5EF4-FFF2-40B4-BE49-F238E27FC236}">
                <a16:creationId xmlns:a16="http://schemas.microsoft.com/office/drawing/2014/main" id="{3C2BD80F-97E6-4274-BE8F-CDFDF89857FF}"/>
              </a:ext>
            </a:extLst>
          </p:cNvPr>
          <p:cNvSpPr/>
          <p:nvPr/>
        </p:nvSpPr>
        <p:spPr>
          <a:xfrm>
            <a:off x="371775" y="1988900"/>
            <a:ext cx="2629500" cy="22449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2BE9648-ECA2-BDAA-E41D-2AA6B71CD97B}"/>
              </a:ext>
            </a:extLst>
          </p:cNvPr>
          <p:cNvSpPr/>
          <p:nvPr/>
        </p:nvSpPr>
        <p:spPr>
          <a:xfrm>
            <a:off x="6049089" y="1988900"/>
            <a:ext cx="2629500" cy="22449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1">
            <a:extLst>
              <a:ext uri="{FF2B5EF4-FFF2-40B4-BE49-F238E27FC236}">
                <a16:creationId xmlns:a16="http://schemas.microsoft.com/office/drawing/2014/main" id="{D4718272-2204-269D-98F8-96479225E77D}"/>
              </a:ext>
            </a:extLst>
          </p:cNvPr>
          <p:cNvSpPr/>
          <p:nvPr/>
        </p:nvSpPr>
        <p:spPr>
          <a:xfrm>
            <a:off x="1104602" y="1347436"/>
            <a:ext cx="6215270" cy="3527827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1">
            <a:extLst>
              <a:ext uri="{FF2B5EF4-FFF2-40B4-BE49-F238E27FC236}">
                <a16:creationId xmlns:a16="http://schemas.microsoft.com/office/drawing/2014/main" id="{FCBFBFFC-3011-15D7-32AB-5D1B626547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8871" y="1704925"/>
            <a:ext cx="5396450" cy="24376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Intraoperative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Monitoring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Concerns</a:t>
            </a:r>
            <a:endParaRPr sz="2400" b="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70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46537" t="27659" r="19372" b="24447"/>
          <a:stretch/>
        </p:blipFill>
        <p:spPr>
          <a:xfrm>
            <a:off x="3011118" y="0"/>
            <a:ext cx="6132882" cy="514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9" name="Google Shape;139;p21"/>
          <p:cNvSpPr txBox="1">
            <a:spLocks noGrp="1"/>
          </p:cNvSpPr>
          <p:nvPr>
            <p:ph type="subTitle" idx="1"/>
          </p:nvPr>
        </p:nvSpPr>
        <p:spPr>
          <a:xfrm>
            <a:off x="265500" y="653699"/>
            <a:ext cx="2777949" cy="39315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Neurologic</a:t>
            </a:r>
            <a:endParaRPr sz="30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dirty="0"/>
              <a:t>Cerebral edema –ALF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dirty="0"/>
              <a:t>Pupillometry, ONSD, NIRS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17588" t="34993" r="13602" b="21164"/>
          <a:stretch/>
        </p:blipFill>
        <p:spPr>
          <a:xfrm>
            <a:off x="2779419" y="941695"/>
            <a:ext cx="6364581" cy="22799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61814" y="3651570"/>
          <a:ext cx="5663821" cy="838230"/>
        </p:xfrm>
        <a:graphic>
          <a:graphicData uri="http://schemas.openxmlformats.org/drawingml/2006/table">
            <a:tbl>
              <a:tblPr/>
              <a:tblGrid>
                <a:gridCol w="566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8230"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patient with fulminant hepatic failure, the basal cisterns are absent, and</a:t>
                      </a:r>
                      <a:br>
                        <a:rPr lang="en-US" sz="1200" b="0" i="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200" b="0" i="0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there is loss of sulci and loss of differentiation between gray matter and white matter due to diffuse brain swelling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514584" y="365157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79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68" t="90" r="26893" b="-450"/>
          <a:stretch/>
        </p:blipFill>
        <p:spPr>
          <a:xfrm>
            <a:off x="4591878" y="16122"/>
            <a:ext cx="4552122" cy="5166910"/>
          </a:xfrm>
          <a:prstGeom prst="rect">
            <a:avLst/>
          </a:prstGeom>
        </p:spPr>
      </p:pic>
      <p:sp>
        <p:nvSpPr>
          <p:cNvPr id="139" name="Google Shape;139;p21"/>
          <p:cNvSpPr txBox="1">
            <a:spLocks noGrp="1"/>
          </p:cNvSpPr>
          <p:nvPr>
            <p:ph type="subTitle" idx="1"/>
          </p:nvPr>
        </p:nvSpPr>
        <p:spPr>
          <a:xfrm>
            <a:off x="265500" y="653700"/>
            <a:ext cx="2696775" cy="38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Cardiac</a:t>
            </a:r>
            <a:endParaRPr sz="30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dirty="0" err="1"/>
              <a:t>Portopulmonary</a:t>
            </a:r>
            <a:r>
              <a:rPr lang="en-US" sz="1800" dirty="0"/>
              <a:t> hypertension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dirty="0"/>
              <a:t>PA catheter</a:t>
            </a:r>
            <a:endParaRPr sz="1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14022" t="46000" r="15071" b="17246"/>
          <a:stretch/>
        </p:blipFill>
        <p:spPr>
          <a:xfrm>
            <a:off x="2411877" y="1603303"/>
            <a:ext cx="6646398" cy="19368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71012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subTitle" idx="1"/>
          </p:nvPr>
        </p:nvSpPr>
        <p:spPr>
          <a:xfrm>
            <a:off x="265500" y="653700"/>
            <a:ext cx="3552438" cy="38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Respiratory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dirty="0"/>
              <a:t>Restrictive Lung – Ascites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dirty="0"/>
              <a:t>Hepatic hydrothorax( 5-10%)</a:t>
            </a:r>
          </a:p>
          <a:p>
            <a:pPr marL="742950" lvl="1" indent="-285750" algn="l">
              <a:lnSpc>
                <a:spcPct val="115000"/>
              </a:lnSpc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Pleural effusion (usually &gt;500 mL) in a patient with cirrhosis after R/O cardiac, pulmonary, or pleural disease. 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8" r="6852"/>
          <a:stretch/>
        </p:blipFill>
        <p:spPr>
          <a:xfrm>
            <a:off x="4562475" y="0"/>
            <a:ext cx="4581525" cy="5143500"/>
          </a:xfrm>
          <a:prstGeom prst="rect">
            <a:avLst/>
          </a:prstGeom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938" y="653700"/>
            <a:ext cx="5202237" cy="381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98825" y="4697587"/>
            <a:ext cx="4230300" cy="21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000" i="1" kern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Clinical </a:t>
            </a:r>
            <a:r>
              <a:rPr lang="en-US" altLang="en-US" sz="1000" i="1" kern="120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Liver Disease, Volume: 4, Issue: 2, Pages: 35-37,  25 August 2014</a:t>
            </a:r>
          </a:p>
        </p:txBody>
      </p:sp>
    </p:spTree>
    <p:extLst>
      <p:ext uri="{BB962C8B-B14F-4D97-AF65-F5344CB8AC3E}">
        <p14:creationId xmlns:p14="http://schemas.microsoft.com/office/powerpoint/2010/main" val="1577789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E1773A74-2412-0E50-F7CA-6C767DBE5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>
            <a:extLst>
              <a:ext uri="{FF2B5EF4-FFF2-40B4-BE49-F238E27FC236}">
                <a16:creationId xmlns:a16="http://schemas.microsoft.com/office/drawing/2014/main" id="{38EC5CD8-BDA6-29F6-AC8C-E90F22798B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5500" y="653700"/>
            <a:ext cx="3552438" cy="38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Respiratory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dirty="0"/>
              <a:t>Restrictive Lung – Ascites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dirty="0"/>
              <a:t>Hepatic hydrothorax( 5-10%)</a:t>
            </a:r>
          </a:p>
          <a:p>
            <a:pPr marL="742950" lvl="1" indent="-285750" algn="l">
              <a:lnSpc>
                <a:spcPct val="115000"/>
              </a:lnSpc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Pleural effusion (usually &gt;500 mL) in a patient with cirrhosis after R/O cardiac, pulmonary, or pleural disease. 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62E28E-4FEF-31F9-F64E-A8B8EC8F8E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8" r="6852"/>
          <a:stretch/>
        </p:blipFill>
        <p:spPr>
          <a:xfrm>
            <a:off x="4562475" y="0"/>
            <a:ext cx="4581525" cy="5143500"/>
          </a:xfrm>
          <a:prstGeom prst="rect">
            <a:avLst/>
          </a:prstGeom>
        </p:spPr>
      </p:pic>
      <p:sp>
        <p:nvSpPr>
          <p:cNvPr id="7" name="Text Box 3">
            <a:extLst>
              <a:ext uri="{FF2B5EF4-FFF2-40B4-BE49-F238E27FC236}">
                <a16:creationId xmlns:a16="http://schemas.microsoft.com/office/drawing/2014/main" id="{906E4372-86B6-052D-0FFC-436813383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825" y="4697587"/>
            <a:ext cx="4230300" cy="21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00" i="1" kern="1200" dirty="0">
              <a:solidFill>
                <a:srgbClr val="333333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X-ray of a chest with scissors&#10;&#10;AI-generated content may be incorrect.">
            <a:extLst>
              <a:ext uri="{FF2B5EF4-FFF2-40B4-BE49-F238E27FC236}">
                <a16:creationId xmlns:a16="http://schemas.microsoft.com/office/drawing/2014/main" id="{6C9865F6-F575-F11E-F65A-790D4486A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967" y="325079"/>
            <a:ext cx="3444793" cy="41928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x-ray of a person's chest&#10;&#10;AI-generated content may be incorrect.">
            <a:extLst>
              <a:ext uri="{FF2B5EF4-FFF2-40B4-BE49-F238E27FC236}">
                <a16:creationId xmlns:a16="http://schemas.microsoft.com/office/drawing/2014/main" id="{6C81B491-E185-A0CB-203D-B17B80252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42" y="368710"/>
            <a:ext cx="3831862" cy="41098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4014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subTitle" idx="1"/>
          </p:nvPr>
        </p:nvSpPr>
        <p:spPr>
          <a:xfrm>
            <a:off x="265500" y="653700"/>
            <a:ext cx="2553900" cy="38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Respiratory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dirty="0" err="1"/>
              <a:t>Hepatopulmonary</a:t>
            </a:r>
            <a:r>
              <a:rPr lang="en-US" sz="1800" dirty="0"/>
              <a:t> syndrome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8" r="6852"/>
          <a:stretch/>
        </p:blipFill>
        <p:spPr>
          <a:xfrm>
            <a:off x="4562475" y="0"/>
            <a:ext cx="4581525" cy="5143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" b="42593"/>
          <a:stretch/>
        </p:blipFill>
        <p:spPr>
          <a:xfrm>
            <a:off x="2636623" y="934863"/>
            <a:ext cx="6507377" cy="2952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495300" y="4669156"/>
            <a:ext cx="40671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Rodríguez-Roisin R, et al . N Engl J Med 2008;358:2378-2387 </a:t>
            </a:r>
            <a:br>
              <a:rPr lang="da-DK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90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6" t="-265" r="28950" b="265"/>
          <a:stretch/>
        </p:blipFill>
        <p:spPr>
          <a:xfrm>
            <a:off x="4585648" y="-40216"/>
            <a:ext cx="4558352" cy="5183716"/>
          </a:xfrm>
          <a:prstGeom prst="rect">
            <a:avLst/>
          </a:prstGeom>
        </p:spPr>
      </p:pic>
      <p:sp>
        <p:nvSpPr>
          <p:cNvPr id="139" name="Google Shape;139;p21"/>
          <p:cNvSpPr txBox="1">
            <a:spLocks noGrp="1"/>
          </p:cNvSpPr>
          <p:nvPr>
            <p:ph type="subTitle" idx="1"/>
          </p:nvPr>
        </p:nvSpPr>
        <p:spPr>
          <a:xfrm>
            <a:off x="265500" y="653700"/>
            <a:ext cx="1955145" cy="38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Renal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 dirty="0"/>
              <a:t>Hepatorenal Syndrome</a:t>
            </a:r>
            <a:endParaRPr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0001" t="47306" r="21260" b="23216"/>
          <a:stretch/>
        </p:blipFill>
        <p:spPr>
          <a:xfrm>
            <a:off x="2220645" y="1601260"/>
            <a:ext cx="6772793" cy="21563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046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6EAE0CA8-87C1-977F-6C13-269313F4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EF7EA7-8318-20BE-2474-79E4D0AD03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6" t="-265" r="28950" b="265"/>
          <a:stretch/>
        </p:blipFill>
        <p:spPr>
          <a:xfrm>
            <a:off x="4585648" y="-40216"/>
            <a:ext cx="4558352" cy="5183716"/>
          </a:xfrm>
          <a:prstGeom prst="rect">
            <a:avLst/>
          </a:prstGeom>
        </p:spPr>
      </p:pic>
      <p:sp>
        <p:nvSpPr>
          <p:cNvPr id="139" name="Google Shape;139;p21">
            <a:extLst>
              <a:ext uri="{FF2B5EF4-FFF2-40B4-BE49-F238E27FC236}">
                <a16:creationId xmlns:a16="http://schemas.microsoft.com/office/drawing/2014/main" id="{CB97982F-FA43-148D-7EAB-A1541FC88F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5500" y="653700"/>
            <a:ext cx="1955145" cy="38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Renal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 dirty="0"/>
              <a:t>CRRT</a:t>
            </a:r>
            <a:endParaRPr sz="1800" dirty="0"/>
          </a:p>
        </p:txBody>
      </p:sp>
      <p:pic>
        <p:nvPicPr>
          <p:cNvPr id="7" name="Picture 6" descr="A medical equipment on wheels&#10;&#10;AI-generated content may be incorrect.">
            <a:extLst>
              <a:ext uri="{FF2B5EF4-FFF2-40B4-BE49-F238E27FC236}">
                <a16:creationId xmlns:a16="http://schemas.microsoft.com/office/drawing/2014/main" id="{964123E7-3968-474B-395E-E146D56DD5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818" r="28185"/>
          <a:stretch>
            <a:fillRect/>
          </a:stretch>
        </p:blipFill>
        <p:spPr>
          <a:xfrm>
            <a:off x="2220645" y="-709758"/>
            <a:ext cx="2299699" cy="65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6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A452F-78C4-1E9A-96D0-3708D579E1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2" r="34959"/>
          <a:stretch/>
        </p:blipFill>
        <p:spPr>
          <a:xfrm rot="5400000">
            <a:off x="3917948" y="-450699"/>
            <a:ext cx="4123394" cy="570429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AA7841-1983-6BBE-4FB1-288BF298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Anaesthetic</a:t>
            </a:r>
            <a:r>
              <a:rPr lang="en-US" dirty="0"/>
              <a:t> Induction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02A43-0F85-51B3-89B0-22BDB7955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 with peripheral access- awake art line in some</a:t>
            </a:r>
          </a:p>
          <a:p>
            <a:r>
              <a:rPr lang="en-US" dirty="0"/>
              <a:t>CVC, Mac / </a:t>
            </a:r>
            <a:r>
              <a:rPr lang="en-US" dirty="0" err="1"/>
              <a:t>Vascath</a:t>
            </a:r>
            <a:r>
              <a:rPr lang="en-US" dirty="0"/>
              <a:t> </a:t>
            </a:r>
          </a:p>
          <a:p>
            <a:r>
              <a:rPr lang="en-US" dirty="0"/>
              <a:t>Femoral arterial line- venous line for monitoring</a:t>
            </a:r>
          </a:p>
        </p:txBody>
      </p:sp>
    </p:spTree>
    <p:extLst>
      <p:ext uri="{BB962C8B-B14F-4D97-AF65-F5344CB8AC3E}">
        <p14:creationId xmlns:p14="http://schemas.microsoft.com/office/powerpoint/2010/main" val="54968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4" descr="Screen Shot 2015-11-19 at 11.48.18 PM.png"/>
          <p:cNvPicPr preferRelativeResize="0"/>
          <p:nvPr/>
        </p:nvPicPr>
        <p:blipFill rotWithShape="1">
          <a:blip r:embed="rId3">
            <a:alphaModFix/>
          </a:blip>
          <a:srcRect l="26321" r="26321"/>
          <a:stretch/>
        </p:blipFill>
        <p:spPr>
          <a:xfrm>
            <a:off x="0" y="0"/>
            <a:ext cx="45672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Monitoring</a:t>
            </a: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56294" t="12045" r="15070" b="18365"/>
          <a:stretch/>
        </p:blipFill>
        <p:spPr>
          <a:xfrm>
            <a:off x="554882" y="0"/>
            <a:ext cx="3725838" cy="50906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33015" y="3084394"/>
            <a:ext cx="1105469" cy="204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77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20523651-9649-D9B1-5475-26421D6B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4" descr="Screen Shot 2015-11-19 at 11.48.18 PM.png">
            <a:extLst>
              <a:ext uri="{FF2B5EF4-FFF2-40B4-BE49-F238E27FC236}">
                <a16:creationId xmlns:a16="http://schemas.microsoft.com/office/drawing/2014/main" id="{22824AB9-097B-6049-0243-2A2C278C5F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321" r="26321"/>
          <a:stretch/>
        </p:blipFill>
        <p:spPr>
          <a:xfrm>
            <a:off x="0" y="0"/>
            <a:ext cx="45672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>
            <a:extLst>
              <a:ext uri="{FF2B5EF4-FFF2-40B4-BE49-F238E27FC236}">
                <a16:creationId xmlns:a16="http://schemas.microsoft.com/office/drawing/2014/main" id="{8393D12A-647D-E50C-F4CF-2530A0D2F0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Monitoring</a:t>
            </a: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BBE047-A493-CC5B-9EAE-2AAD3A7B94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294" t="12045" r="15070" b="18365"/>
          <a:stretch/>
        </p:blipFill>
        <p:spPr>
          <a:xfrm>
            <a:off x="554882" y="0"/>
            <a:ext cx="3725838" cy="5090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76B9CF-0DDC-3DAB-142E-7D1791441960}"/>
              </a:ext>
            </a:extLst>
          </p:cNvPr>
          <p:cNvSpPr/>
          <p:nvPr/>
        </p:nvSpPr>
        <p:spPr>
          <a:xfrm>
            <a:off x="1433015" y="3084394"/>
            <a:ext cx="1105469" cy="204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diagram of a person lying on a bed&#10;&#10;AI-generated content may be incorrect.">
            <a:extLst>
              <a:ext uri="{FF2B5EF4-FFF2-40B4-BE49-F238E27FC236}">
                <a16:creationId xmlns:a16="http://schemas.microsoft.com/office/drawing/2014/main" id="{0C8E7AD4-EA7C-2112-C133-247DE75D0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76" y="425562"/>
            <a:ext cx="7772400" cy="4239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4332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500" y="556591"/>
            <a:ext cx="2808000" cy="3526570"/>
          </a:xfrm>
        </p:spPr>
        <p:txBody>
          <a:bodyPr/>
          <a:lstStyle/>
          <a:p>
            <a:r>
              <a:rPr lang="en-US" dirty="0"/>
              <a:t>Belmont Rapid infuser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Cell Saver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50382" y="1276961"/>
            <a:ext cx="2808000" cy="2806200"/>
          </a:xfrm>
        </p:spPr>
        <p:txBody>
          <a:bodyPr/>
          <a:lstStyle/>
          <a:p>
            <a:pPr marL="152400" indent="0">
              <a:buNone/>
            </a:pPr>
            <a:endParaRPr lang="en-US" dirty="0"/>
          </a:p>
        </p:txBody>
      </p:sp>
      <p:pic>
        <p:nvPicPr>
          <p:cNvPr id="6" name="Picture 5" descr="A medical equipment on a stand&#10;&#10;AI-generated content may be incorrect.">
            <a:extLst>
              <a:ext uri="{FF2B5EF4-FFF2-40B4-BE49-F238E27FC236}">
                <a16:creationId xmlns:a16="http://schemas.microsoft.com/office/drawing/2014/main" id="{539AAB90-5047-68B5-69C6-2B16D815C1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97" r="30271"/>
          <a:stretch>
            <a:fillRect/>
          </a:stretch>
        </p:blipFill>
        <p:spPr>
          <a:xfrm>
            <a:off x="3568335" y="225079"/>
            <a:ext cx="2007330" cy="469334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Picture 7" descr="A medical equipment on wheels&#10;&#10;AI-generated content may be incorrect.">
            <a:extLst>
              <a:ext uri="{FF2B5EF4-FFF2-40B4-BE49-F238E27FC236}">
                <a16:creationId xmlns:a16="http://schemas.microsoft.com/office/drawing/2014/main" id="{79937306-7E01-9292-0304-7C9DA9125E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07" t="8011" r="21182" b="8475"/>
          <a:stretch>
            <a:fillRect/>
          </a:stretch>
        </p:blipFill>
        <p:spPr>
          <a:xfrm>
            <a:off x="6016500" y="225079"/>
            <a:ext cx="2463457" cy="469334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61204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24329"/>
          <a:stretch/>
        </p:blipFill>
        <p:spPr>
          <a:xfrm>
            <a:off x="-27296" y="0"/>
            <a:ext cx="4599295" cy="5143500"/>
          </a:xfrm>
          <a:prstGeom prst="rect">
            <a:avLst/>
          </a:prstGeom>
        </p:spPr>
      </p:pic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Monitoring</a:t>
            </a: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54720" t="31075" r="14651" b="11835"/>
          <a:stretch/>
        </p:blipFill>
        <p:spPr>
          <a:xfrm>
            <a:off x="4832750" y="600501"/>
            <a:ext cx="3985147" cy="417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75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24329"/>
          <a:stretch/>
        </p:blipFill>
        <p:spPr>
          <a:xfrm>
            <a:off x="-27296" y="0"/>
            <a:ext cx="4599295" cy="5143500"/>
          </a:xfrm>
          <a:prstGeom prst="rect">
            <a:avLst/>
          </a:prstGeom>
        </p:spPr>
      </p:pic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Monitoring</a:t>
            </a: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54720" t="31075" r="20395" b="47106"/>
          <a:stretch/>
        </p:blipFill>
        <p:spPr>
          <a:xfrm>
            <a:off x="4956575" y="1581576"/>
            <a:ext cx="3237824" cy="159604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956575" y="2847975"/>
            <a:ext cx="1158475" cy="552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24400" y="3489375"/>
            <a:ext cx="4318399" cy="3385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Incision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clamping of the hepatic vessels 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145892427"/>
              </p:ext>
            </p:extLst>
          </p:nvPr>
        </p:nvGraphicFramePr>
        <p:xfrm>
          <a:off x="186520" y="280442"/>
          <a:ext cx="4537880" cy="4863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26048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EABE-B9E0-5A9B-E2B9-E38CC219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3C20F-2057-EEBB-522C-448DC7062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Perioperative Coagulation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CA950-D1B9-021F-B74F-45C4C2E7D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dirty="0"/>
              <a:t>Dynamic</a:t>
            </a:r>
          </a:p>
          <a:p>
            <a:pPr>
              <a:lnSpc>
                <a:spcPct val="300000"/>
              </a:lnSpc>
            </a:pPr>
            <a:r>
              <a:rPr lang="en-US" dirty="0"/>
              <a:t>TEG + Surgical bleeding</a:t>
            </a:r>
          </a:p>
          <a:p>
            <a:pPr>
              <a:lnSpc>
                <a:spcPct val="300000"/>
              </a:lnSpc>
            </a:pPr>
            <a:r>
              <a:rPr lang="en-US" dirty="0"/>
              <a:t>Less is more- till its not!!</a:t>
            </a:r>
          </a:p>
          <a:p>
            <a:pPr>
              <a:lnSpc>
                <a:spcPct val="300000"/>
              </a:lnSpc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diagram of procoagulant and anticoagulant&#10;&#10;AI-generated content may be incorrect.">
            <a:extLst>
              <a:ext uri="{FF2B5EF4-FFF2-40B4-BE49-F238E27FC236}">
                <a16:creationId xmlns:a16="http://schemas.microsoft.com/office/drawing/2014/main" id="{F8901FE0-9573-D157-DCA9-F73B220BF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643" y="370114"/>
            <a:ext cx="4120242" cy="418669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618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AFCE2-2F7D-D9C8-199B-7A871BABB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91E9-9F51-78A1-1C5A-3B3FBB53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576942"/>
            <a:ext cx="7774793" cy="63440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Management principles for bleeding</a:t>
            </a:r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D5683B-9356-E03B-F57C-F77BA6C8CF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7485" y="1539478"/>
          <a:ext cx="7553714" cy="3196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4854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D1C4E-FEF3-83E0-7F7E-18291016C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90DE-497D-C3A8-2DE9-A442AF5D5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Perioperative Coagulation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1860A-7328-8FB5-28B8-CA98C9A6F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dirty="0"/>
              <a:t>Dynamic</a:t>
            </a:r>
          </a:p>
          <a:p>
            <a:pPr>
              <a:lnSpc>
                <a:spcPct val="300000"/>
              </a:lnSpc>
            </a:pPr>
            <a:r>
              <a:rPr lang="en-US" dirty="0"/>
              <a:t>TEG + Surgical bleeding</a:t>
            </a:r>
          </a:p>
          <a:p>
            <a:pPr>
              <a:lnSpc>
                <a:spcPct val="300000"/>
              </a:lnSpc>
            </a:pPr>
            <a:r>
              <a:rPr lang="en-US" dirty="0"/>
              <a:t>Less is more- till its not!!</a:t>
            </a:r>
          </a:p>
          <a:p>
            <a:pPr>
              <a:lnSpc>
                <a:spcPct val="300000"/>
              </a:lnSpc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 descr="A diagram of a normal curve&#10;&#10;AI-generated content may be incorrect.">
            <a:extLst>
              <a:ext uri="{FF2B5EF4-FFF2-40B4-BE49-F238E27FC236}">
                <a16:creationId xmlns:a16="http://schemas.microsoft.com/office/drawing/2014/main" id="{CC041942-F625-5B25-CD5C-6BF870AE9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479" y="664029"/>
            <a:ext cx="4569785" cy="374468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1281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24329"/>
          <a:stretch/>
        </p:blipFill>
        <p:spPr>
          <a:xfrm>
            <a:off x="-27296" y="0"/>
            <a:ext cx="4599295" cy="51435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956575" y="2847975"/>
            <a:ext cx="1158475" cy="552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22623" t="29023" r="24511" b="16872"/>
          <a:stretch/>
        </p:blipFill>
        <p:spPr>
          <a:xfrm>
            <a:off x="179859" y="1197496"/>
            <a:ext cx="4776716" cy="2748507"/>
          </a:xfrm>
          <a:prstGeom prst="rect">
            <a:avLst/>
          </a:prstGeom>
        </p:spPr>
      </p:pic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427402989"/>
              </p:ext>
            </p:extLst>
          </p:nvPr>
        </p:nvGraphicFramePr>
        <p:xfrm>
          <a:off x="4708478" y="777922"/>
          <a:ext cx="4285397" cy="4203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99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24329"/>
          <a:stretch/>
        </p:blipFill>
        <p:spPr>
          <a:xfrm>
            <a:off x="-27296" y="0"/>
            <a:ext cx="4599295" cy="5143500"/>
          </a:xfrm>
          <a:prstGeom prst="rect">
            <a:avLst/>
          </a:prstGeom>
        </p:spPr>
      </p:pic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Monitoring</a:t>
            </a: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54777" t="49768" r="21007" b="31074"/>
          <a:stretch/>
        </p:blipFill>
        <p:spPr>
          <a:xfrm>
            <a:off x="4954657" y="1996522"/>
            <a:ext cx="3150704" cy="140141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849650" y="1828800"/>
            <a:ext cx="1313275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076825" y="3171825"/>
            <a:ext cx="10191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90450" y="3619216"/>
            <a:ext cx="4318399" cy="13234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removal of the native liver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re-anastomosis of the transplanted liver graft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prior to vascular unclamping and reperfusion </a:t>
            </a:r>
            <a:br>
              <a:rPr lang="en-US" sz="1600" dirty="0"/>
            </a:br>
            <a:endParaRPr lang="en-US" sz="1600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765776082"/>
              </p:ext>
            </p:extLst>
          </p:nvPr>
        </p:nvGraphicFramePr>
        <p:xfrm>
          <a:off x="95536" y="0"/>
          <a:ext cx="4861040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476807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570D4366-95B9-ED53-EFCB-38CE31C1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6A771-E080-46E5-A3DA-42A94A8FC8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24329"/>
          <a:stretch/>
        </p:blipFill>
        <p:spPr>
          <a:xfrm>
            <a:off x="-27296" y="0"/>
            <a:ext cx="4599295" cy="5143500"/>
          </a:xfrm>
          <a:prstGeom prst="rect">
            <a:avLst/>
          </a:prstGeom>
        </p:spPr>
      </p:pic>
      <p:sp>
        <p:nvSpPr>
          <p:cNvPr id="168" name="Google Shape;168;p24">
            <a:extLst>
              <a:ext uri="{FF2B5EF4-FFF2-40B4-BE49-F238E27FC236}">
                <a16:creationId xmlns:a16="http://schemas.microsoft.com/office/drawing/2014/main" id="{834276E6-1147-0D15-841A-54A66215D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Monitoring</a:t>
            </a: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2BC06-50D5-0111-698D-80D4F26B91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777" t="49768" r="21007" b="31074"/>
          <a:stretch/>
        </p:blipFill>
        <p:spPr>
          <a:xfrm>
            <a:off x="4954657" y="1996522"/>
            <a:ext cx="3150704" cy="14014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B3148E-BB3E-A6FF-5334-4063D9E4AA16}"/>
              </a:ext>
            </a:extLst>
          </p:cNvPr>
          <p:cNvSpPr/>
          <p:nvPr/>
        </p:nvSpPr>
        <p:spPr>
          <a:xfrm>
            <a:off x="6849650" y="1828800"/>
            <a:ext cx="1313275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F3CA56-F2E0-A9B6-9320-BEE0239686CD}"/>
              </a:ext>
            </a:extLst>
          </p:cNvPr>
          <p:cNvSpPr/>
          <p:nvPr/>
        </p:nvSpPr>
        <p:spPr>
          <a:xfrm>
            <a:off x="5076825" y="3171825"/>
            <a:ext cx="10191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65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3E73-E2D4-C71B-3720-1C82A282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474D-4CB8-C596-AEBA-7083F547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Perioperative TOE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6F01C-A7B6-9915-DD39-7F03B3463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500" y="1692300"/>
            <a:ext cx="3566700" cy="2792614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GB" dirty="0"/>
              <a:t>Hypovolemia</a:t>
            </a:r>
          </a:p>
          <a:p>
            <a:pPr>
              <a:lnSpc>
                <a:spcPct val="300000"/>
              </a:lnSpc>
            </a:pPr>
            <a:r>
              <a:rPr lang="en-GB" dirty="0"/>
              <a:t> right ventricular (RV) dysfunction </a:t>
            </a:r>
          </a:p>
          <a:p>
            <a:pPr>
              <a:lnSpc>
                <a:spcPct val="300000"/>
              </a:lnSpc>
            </a:pPr>
            <a:r>
              <a:rPr lang="en-GB" dirty="0"/>
              <a:t>left ventricular (LV) dysfunction</a:t>
            </a:r>
          </a:p>
          <a:p>
            <a:pPr>
              <a:lnSpc>
                <a:spcPct val="300000"/>
              </a:lnSpc>
            </a:pPr>
            <a:r>
              <a:rPr lang="en-GB" dirty="0"/>
              <a:t>intracardiac thrombus (ICT)/pulmonary embolism (PE)</a:t>
            </a:r>
          </a:p>
          <a:p>
            <a:pPr>
              <a:lnSpc>
                <a:spcPct val="300000"/>
              </a:lnSpc>
            </a:pPr>
            <a:r>
              <a:rPr lang="en-GB" dirty="0"/>
              <a:t>SAM/ LVOTO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A chart of medical information&#10;&#10;AI-generated content may be incorrect.">
            <a:extLst>
              <a:ext uri="{FF2B5EF4-FFF2-40B4-BE49-F238E27FC236}">
                <a16:creationId xmlns:a16="http://schemas.microsoft.com/office/drawing/2014/main" id="{542C77AA-643B-9523-2955-5552C6CAD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265" y="0"/>
            <a:ext cx="41843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62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408465" y="4267739"/>
          <a:ext cx="4457700" cy="77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790">
                <a:tc>
                  <a:txBody>
                    <a:bodyPr/>
                    <a:lstStyle/>
                    <a:p>
                      <a:r>
                        <a:rPr sz="1000" dirty="0"/>
                        <a:t>ME 4C (Mid-Esophageal 4 Chamber)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LV/RV Dysfunction, Hypovolemia, Tamponade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 descr="A close-up of a medical chart&#10;&#10;AI-generated content may be incorrect.">
            <a:extLst>
              <a:ext uri="{FF2B5EF4-FFF2-40B4-BE49-F238E27FC236}">
                <a16:creationId xmlns:a16="http://schemas.microsoft.com/office/drawing/2014/main" id="{8F5DEA8C-D814-371C-49C1-0BF9502B8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1" t="27354" r="55901" b="11254"/>
          <a:stretch>
            <a:fillRect/>
          </a:stretch>
        </p:blipFill>
        <p:spPr>
          <a:xfrm>
            <a:off x="2303594" y="921459"/>
            <a:ext cx="4562571" cy="330058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82B4-83B8-FD2C-753D-F814C89A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2882-5AE0-6139-38D5-AA195A3D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3219E1-9534-9A64-2A4B-C96562D98FBB}"/>
              </a:ext>
            </a:extLst>
          </p:cNvPr>
          <p:cNvGraphicFramePr>
            <a:graphicFrameLocks noGrp="1"/>
          </p:cNvGraphicFramePr>
          <p:nvPr/>
        </p:nvGraphicFramePr>
        <p:xfrm>
          <a:off x="2408465" y="4267739"/>
          <a:ext cx="4457700" cy="77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790">
                <a:tc>
                  <a:txBody>
                    <a:bodyPr/>
                    <a:lstStyle/>
                    <a:p>
                      <a:r>
                        <a:rPr sz="1000" dirty="0"/>
                        <a:t>ME LV LAX (LV Long Axis)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SAM/LVOTO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 descr="A close-up of a medical chart&#10;&#10;AI-generated content may be incorrect.">
            <a:extLst>
              <a:ext uri="{FF2B5EF4-FFF2-40B4-BE49-F238E27FC236}">
                <a16:creationId xmlns:a16="http://schemas.microsoft.com/office/drawing/2014/main" id="{5DD236D6-BB79-A3D1-22DD-6DD7C670D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1" t="27354" r="55901" b="11254"/>
          <a:stretch>
            <a:fillRect/>
          </a:stretch>
        </p:blipFill>
        <p:spPr>
          <a:xfrm>
            <a:off x="2731376" y="792258"/>
            <a:ext cx="3503887" cy="25347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 descr="A close-up of a medical chart&#10;&#10;AI-generated content may be incorrect.">
            <a:extLst>
              <a:ext uri="{FF2B5EF4-FFF2-40B4-BE49-F238E27FC236}">
                <a16:creationId xmlns:a16="http://schemas.microsoft.com/office/drawing/2014/main" id="{C8D5AA88-20B1-DC6F-29B0-3B0936FE4D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38" t="27817" r="55181" b="8546"/>
          <a:stretch>
            <a:fillRect/>
          </a:stretch>
        </p:blipFill>
        <p:spPr>
          <a:xfrm>
            <a:off x="2408465" y="723125"/>
            <a:ext cx="4463250" cy="345698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40614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64ED-09B9-63D7-5786-AEB13AA4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A2D5-F9DE-380F-9230-9F831B5D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9DC81B-CC1E-374D-06AD-746E0B3FB399}"/>
              </a:ext>
            </a:extLst>
          </p:cNvPr>
          <p:cNvGraphicFramePr>
            <a:graphicFrameLocks noGrp="1"/>
          </p:cNvGraphicFramePr>
          <p:nvPr/>
        </p:nvGraphicFramePr>
        <p:xfrm>
          <a:off x="2408465" y="4267739"/>
          <a:ext cx="4457700" cy="77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790">
                <a:tc>
                  <a:txBody>
                    <a:bodyPr/>
                    <a:lstStyle/>
                    <a:p>
                      <a:r>
                        <a:rPr sz="1000" dirty="0"/>
                        <a:t>ME </a:t>
                      </a:r>
                      <a:r>
                        <a:rPr sz="1000" dirty="0" err="1"/>
                        <a:t>Bicaval</a:t>
                      </a:r>
                      <a:r>
                        <a:rPr sz="1000" dirty="0"/>
                        <a:t> View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PFO, Pulmonary Embolism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 descr="A close-up of a medical chart&#10;&#10;AI-generated content may be incorrect.">
            <a:extLst>
              <a:ext uri="{FF2B5EF4-FFF2-40B4-BE49-F238E27FC236}">
                <a16:creationId xmlns:a16="http://schemas.microsoft.com/office/drawing/2014/main" id="{20F28D3C-86A3-1784-30B6-9B81D2BA18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1" t="27354" r="55901" b="11254"/>
          <a:stretch>
            <a:fillRect/>
          </a:stretch>
        </p:blipFill>
        <p:spPr>
          <a:xfrm>
            <a:off x="2731376" y="792258"/>
            <a:ext cx="3503887" cy="25347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 descr="A close-up of a medical chart&#10;&#10;AI-generated content may be incorrect.">
            <a:extLst>
              <a:ext uri="{FF2B5EF4-FFF2-40B4-BE49-F238E27FC236}">
                <a16:creationId xmlns:a16="http://schemas.microsoft.com/office/drawing/2014/main" id="{B173A085-9095-4B52-34B9-C7D56E1C69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59" t="24044" r="56477" b="13060"/>
          <a:stretch>
            <a:fillRect/>
          </a:stretch>
        </p:blipFill>
        <p:spPr>
          <a:xfrm>
            <a:off x="2465615" y="789692"/>
            <a:ext cx="4343400" cy="347804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82088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4CC0-1D99-DFB5-B731-07019E7C5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DDBE-3FD2-712E-DA78-0BA42CF0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4E8FD8-AB3B-EEB6-2A06-DD8D66186C94}"/>
              </a:ext>
            </a:extLst>
          </p:cNvPr>
          <p:cNvGraphicFramePr>
            <a:graphicFrameLocks noGrp="1"/>
          </p:cNvGraphicFramePr>
          <p:nvPr/>
        </p:nvGraphicFramePr>
        <p:xfrm>
          <a:off x="2408465" y="4267739"/>
          <a:ext cx="4457700" cy="77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790">
                <a:tc>
                  <a:txBody>
                    <a:bodyPr/>
                    <a:lstStyle/>
                    <a:p>
                      <a:r>
                        <a:rPr sz="1000" dirty="0"/>
                        <a:t>TG SAX (</a:t>
                      </a:r>
                      <a:r>
                        <a:rPr sz="1000" dirty="0" err="1"/>
                        <a:t>Transgastric</a:t>
                      </a:r>
                      <a:r>
                        <a:rPr sz="1000" dirty="0"/>
                        <a:t> Short Axis)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Hypovolemia, Myocardial Ischemia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 descr="A close-up of a medical chart&#10;&#10;AI-generated content may be incorrect.">
            <a:extLst>
              <a:ext uri="{FF2B5EF4-FFF2-40B4-BE49-F238E27FC236}">
                <a16:creationId xmlns:a16="http://schemas.microsoft.com/office/drawing/2014/main" id="{9A4AA697-08BD-984F-4C87-445C8DE4E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1" t="27354" r="55901" b="11254"/>
          <a:stretch>
            <a:fillRect/>
          </a:stretch>
        </p:blipFill>
        <p:spPr>
          <a:xfrm>
            <a:off x="2731376" y="792258"/>
            <a:ext cx="3503887" cy="25347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 descr="A close-up of an ultrasound&#10;&#10;AI-generated content may be incorrect.">
            <a:extLst>
              <a:ext uri="{FF2B5EF4-FFF2-40B4-BE49-F238E27FC236}">
                <a16:creationId xmlns:a16="http://schemas.microsoft.com/office/drawing/2014/main" id="{B2C4B84F-5055-A43D-70E9-9F8BA16D64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5" t="25037" r="56333" b="8096"/>
          <a:stretch>
            <a:fillRect/>
          </a:stretch>
        </p:blipFill>
        <p:spPr>
          <a:xfrm>
            <a:off x="2408465" y="504227"/>
            <a:ext cx="4481844" cy="376351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15671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A61DD-ACC8-71E5-F605-541C9C5A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C9E-E418-5DD9-74C4-7F79AF9F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1B4523-0E1C-2359-77E0-B93C9820AD57}"/>
              </a:ext>
            </a:extLst>
          </p:cNvPr>
          <p:cNvGraphicFramePr>
            <a:graphicFrameLocks noGrp="1"/>
          </p:cNvGraphicFramePr>
          <p:nvPr/>
        </p:nvGraphicFramePr>
        <p:xfrm>
          <a:off x="2408465" y="4267739"/>
          <a:ext cx="4457700" cy="77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790">
                <a:tc>
                  <a:txBody>
                    <a:bodyPr/>
                    <a:lstStyle/>
                    <a:p>
                      <a:r>
                        <a:rPr sz="1000" dirty="0"/>
                        <a:t>ME RV Inflow-Outflow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RV Dysfunction, Intracardiac Thrombus, PE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 descr="A close-up of a medical chart&#10;&#10;AI-generated content may be incorrect.">
            <a:extLst>
              <a:ext uri="{FF2B5EF4-FFF2-40B4-BE49-F238E27FC236}">
                <a16:creationId xmlns:a16="http://schemas.microsoft.com/office/drawing/2014/main" id="{966930CA-6E01-18AC-E972-C3A6955C4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1" t="27354" r="55901" b="11254"/>
          <a:stretch>
            <a:fillRect/>
          </a:stretch>
        </p:blipFill>
        <p:spPr>
          <a:xfrm>
            <a:off x="2731376" y="792258"/>
            <a:ext cx="3503887" cy="253472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 descr="A ultrasound of a baby&#10;&#10;AI-generated content may be incorrect.">
            <a:extLst>
              <a:ext uri="{FF2B5EF4-FFF2-40B4-BE49-F238E27FC236}">
                <a16:creationId xmlns:a16="http://schemas.microsoft.com/office/drawing/2014/main" id="{D90123CD-2A0A-78E8-5C1A-E55CCFB41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779" y="157797"/>
            <a:ext cx="4327071" cy="410994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07962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24329"/>
          <a:stretch/>
        </p:blipFill>
        <p:spPr>
          <a:xfrm>
            <a:off x="-27296" y="0"/>
            <a:ext cx="4599295" cy="5143500"/>
          </a:xfrm>
          <a:prstGeom prst="rect">
            <a:avLst/>
          </a:prstGeom>
        </p:spPr>
      </p:pic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Monitoring</a:t>
            </a: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55695" t="66889" r="14651" b="11834"/>
          <a:stretch/>
        </p:blipFill>
        <p:spPr>
          <a:xfrm>
            <a:off x="4832750" y="1982027"/>
            <a:ext cx="3858271" cy="155643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677025" y="1781175"/>
            <a:ext cx="1200150" cy="466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545292888"/>
              </p:ext>
            </p:extLst>
          </p:nvPr>
        </p:nvGraphicFramePr>
        <p:xfrm>
          <a:off x="232013" y="354842"/>
          <a:ext cx="4600738" cy="4788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19343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24329"/>
          <a:stretch/>
        </p:blipFill>
        <p:spPr>
          <a:xfrm>
            <a:off x="-27296" y="0"/>
            <a:ext cx="4599295" cy="51435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677025" y="1781175"/>
            <a:ext cx="1200150" cy="466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5"/>
          <a:stretch/>
        </p:blipFill>
        <p:spPr>
          <a:xfrm>
            <a:off x="4633177" y="1152276"/>
            <a:ext cx="4352691" cy="28389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22125" y="1077960"/>
            <a:ext cx="12419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Preventive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9224" y="1077960"/>
            <a:ext cx="12419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7371" y="1077960"/>
            <a:ext cx="132430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Predictive</a:t>
            </a: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2561759340"/>
              </p:ext>
            </p:extLst>
          </p:nvPr>
        </p:nvGraphicFramePr>
        <p:xfrm>
          <a:off x="-746315" y="53974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076967" y="4135272"/>
            <a:ext cx="3616657" cy="8734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Reperfusion Models</a:t>
            </a:r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389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4E26D82E-285D-B65A-650B-B5DB7DF1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FE3272-3664-1BAF-7165-936671BA65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24329"/>
          <a:stretch/>
        </p:blipFill>
        <p:spPr>
          <a:xfrm>
            <a:off x="-27296" y="0"/>
            <a:ext cx="4599295" cy="5143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585039-9EFA-A626-2526-371188CF0768}"/>
              </a:ext>
            </a:extLst>
          </p:cNvPr>
          <p:cNvSpPr/>
          <p:nvPr/>
        </p:nvSpPr>
        <p:spPr>
          <a:xfrm>
            <a:off x="6677025" y="1781175"/>
            <a:ext cx="1200150" cy="466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35F0B6-16D5-5E71-EEC0-BF3636E881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5"/>
          <a:stretch/>
        </p:blipFill>
        <p:spPr>
          <a:xfrm>
            <a:off x="4633177" y="1152276"/>
            <a:ext cx="4352691" cy="2838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7CBCC5-0A77-184F-6C30-C0BA6833384F}"/>
              </a:ext>
            </a:extLst>
          </p:cNvPr>
          <p:cNvSpPr txBox="1"/>
          <p:nvPr/>
        </p:nvSpPr>
        <p:spPr>
          <a:xfrm>
            <a:off x="4722125" y="1077960"/>
            <a:ext cx="12419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Preventive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E1A92-D6D5-8DF5-1DE6-5D63AD8ED60A}"/>
              </a:ext>
            </a:extLst>
          </p:cNvPr>
          <p:cNvSpPr txBox="1"/>
          <p:nvPr/>
        </p:nvSpPr>
        <p:spPr>
          <a:xfrm>
            <a:off x="7779224" y="1077960"/>
            <a:ext cx="124194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Reactive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164B1-3658-EBC9-8434-15F7B0D68D94}"/>
              </a:ext>
            </a:extLst>
          </p:cNvPr>
          <p:cNvSpPr txBox="1"/>
          <p:nvPr/>
        </p:nvSpPr>
        <p:spPr>
          <a:xfrm>
            <a:off x="6127371" y="1077960"/>
            <a:ext cx="132430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Predictive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B94A2462-5F41-5E50-B294-9608C92B11CD}"/>
              </a:ext>
            </a:extLst>
          </p:cNvPr>
          <p:cNvGraphicFramePr/>
          <p:nvPr/>
        </p:nvGraphicFramePr>
        <p:xfrm>
          <a:off x="-746315" y="53974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CF1899-0A5B-CFD8-8E0C-E85CA3739E4C}"/>
              </a:ext>
            </a:extLst>
          </p:cNvPr>
          <p:cNvSpPr/>
          <p:nvPr/>
        </p:nvSpPr>
        <p:spPr>
          <a:xfrm>
            <a:off x="5076967" y="4135272"/>
            <a:ext cx="3616657" cy="8734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 w="0"/>
                <a:solidFill>
                  <a:srgbClr val="F46524"/>
                </a:solidFill>
                <a:effectLst>
                  <a:outerShdw blurRad="38100" dist="19050" dir="2700000" algn="tl" rotWithShape="0">
                    <a:srgbClr val="F46524">
                      <a:alpha val="40000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  <a:sym typeface="Arial"/>
              </a:rPr>
              <a:t>Reperfusion Models</a:t>
            </a:r>
            <a:endParaRPr kumimoji="0" lang="en-US" sz="1400" b="1" i="0" u="none" strike="noStrike" kern="0" cap="none" spc="0" normalizeH="0" baseline="0" noProof="0" dirty="0">
              <a:ln w="22225">
                <a:solidFill>
                  <a:srgbClr val="27C7BD"/>
                </a:solidFill>
                <a:prstDash val="solid"/>
              </a:ln>
              <a:solidFill>
                <a:srgbClr val="27C7BD">
                  <a:lumMod val="40000"/>
                  <a:lumOff val="6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6" name="Picture 1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210EBB7E-DE01-B331-4B98-166468F2AA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6825" y="267606"/>
            <a:ext cx="6154630" cy="425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6810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3DB0-58B2-0568-2DA0-418412E10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Perioperative electrolytes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23937-65A2-A7F9-38A1-392BC05FD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dirty="0"/>
              <a:t>Starting Hyponatremia– CPM</a:t>
            </a:r>
          </a:p>
          <a:p>
            <a:pPr>
              <a:lnSpc>
                <a:spcPct val="300000"/>
              </a:lnSpc>
            </a:pPr>
            <a:r>
              <a:rPr lang="en-US" dirty="0"/>
              <a:t>Blood transfusions- Calcium</a:t>
            </a:r>
          </a:p>
          <a:p>
            <a:pPr>
              <a:lnSpc>
                <a:spcPct val="300000"/>
              </a:lnSpc>
            </a:pPr>
            <a:r>
              <a:rPr lang="en-US" dirty="0"/>
              <a:t>Magnesium</a:t>
            </a:r>
          </a:p>
          <a:p>
            <a:pPr>
              <a:lnSpc>
                <a:spcPct val="300000"/>
              </a:lnSpc>
            </a:pPr>
            <a:r>
              <a:rPr lang="en-US" dirty="0"/>
              <a:t>Potassium- kidneys, HE!</a:t>
            </a:r>
          </a:p>
          <a:p>
            <a:endParaRPr lang="en-US" dirty="0"/>
          </a:p>
        </p:txBody>
      </p:sp>
      <p:pic>
        <p:nvPicPr>
          <p:cNvPr id="10" name="Picture 9" descr="A diagram of a heart rate&#10;&#10;AI-generated content may be incorrect.">
            <a:extLst>
              <a:ext uri="{FF2B5EF4-FFF2-40B4-BE49-F238E27FC236}">
                <a16:creationId xmlns:a16="http://schemas.microsoft.com/office/drawing/2014/main" id="{1F47E12C-63F6-6824-CCA2-75F2F559C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148" y="339065"/>
            <a:ext cx="5238708" cy="420085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41777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4" r="24329"/>
          <a:stretch/>
        </p:blipFill>
        <p:spPr>
          <a:xfrm>
            <a:off x="-27296" y="0"/>
            <a:ext cx="4599295" cy="5143500"/>
          </a:xfrm>
          <a:prstGeom prst="rect">
            <a:avLst/>
          </a:prstGeom>
        </p:spPr>
      </p:pic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</a:rPr>
              <a:t>Monitoring</a:t>
            </a: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49650" y="1828800"/>
            <a:ext cx="1313275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076825" y="3171825"/>
            <a:ext cx="101917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684891773"/>
              </p:ext>
            </p:extLst>
          </p:nvPr>
        </p:nvGraphicFramePr>
        <p:xfrm>
          <a:off x="1187355" y="980400"/>
          <a:ext cx="6975570" cy="3960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442949" y="286603"/>
            <a:ext cx="4230806" cy="6937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 before weaning</a:t>
            </a:r>
          </a:p>
        </p:txBody>
      </p:sp>
    </p:spTree>
    <p:extLst>
      <p:ext uri="{BB962C8B-B14F-4D97-AF65-F5344CB8AC3E}">
        <p14:creationId xmlns:p14="http://schemas.microsoft.com/office/powerpoint/2010/main" val="4104429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2042A912-F14F-FFD6-482B-58F15C15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>
            <a:extLst>
              <a:ext uri="{FF2B5EF4-FFF2-40B4-BE49-F238E27FC236}">
                <a16:creationId xmlns:a16="http://schemas.microsoft.com/office/drawing/2014/main" id="{F71C0E40-789A-379E-3F14-A87760D7B3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3100" y="712150"/>
            <a:ext cx="8620500" cy="10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Anaesthesia for Liver Transplant</a:t>
            </a:r>
            <a:endParaRPr sz="4000" dirty="0"/>
          </a:p>
        </p:txBody>
      </p:sp>
      <p:sp>
        <p:nvSpPr>
          <p:cNvPr id="244" name="Google Shape;244;p31">
            <a:extLst>
              <a:ext uri="{FF2B5EF4-FFF2-40B4-BE49-F238E27FC236}">
                <a16:creationId xmlns:a16="http://schemas.microsoft.com/office/drawing/2014/main" id="{C5655956-9345-30A9-C8EC-A2E4C545B853}"/>
              </a:ext>
            </a:extLst>
          </p:cNvPr>
          <p:cNvSpPr/>
          <p:nvPr/>
        </p:nvSpPr>
        <p:spPr>
          <a:xfrm>
            <a:off x="371775" y="1988900"/>
            <a:ext cx="2629500" cy="22449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1">
            <a:extLst>
              <a:ext uri="{FF2B5EF4-FFF2-40B4-BE49-F238E27FC236}">
                <a16:creationId xmlns:a16="http://schemas.microsoft.com/office/drawing/2014/main" id="{08CEBC4B-EF85-245D-3F7B-82F88E58C8F2}"/>
              </a:ext>
            </a:extLst>
          </p:cNvPr>
          <p:cNvSpPr/>
          <p:nvPr/>
        </p:nvSpPr>
        <p:spPr>
          <a:xfrm>
            <a:off x="3210432" y="1988900"/>
            <a:ext cx="2629500" cy="22449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A9ABD61-9D4B-1197-C873-C2D145E13EF4}"/>
              </a:ext>
            </a:extLst>
          </p:cNvPr>
          <p:cNvSpPr/>
          <p:nvPr/>
        </p:nvSpPr>
        <p:spPr>
          <a:xfrm>
            <a:off x="6049089" y="1988900"/>
            <a:ext cx="2629500" cy="22449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5BBA85A-AD8E-BB0B-58E6-E6D9B8C62B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5275" y="2061900"/>
            <a:ext cx="2481600" cy="20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Intensive Care</a:t>
            </a:r>
            <a:br>
              <a:rPr lang="en-US" sz="2100" dirty="0"/>
            </a:br>
            <a:br>
              <a:rPr lang="en-US" sz="2100" dirty="0"/>
            </a:br>
            <a:r>
              <a:rPr lang="en-US" sz="2100"/>
              <a:t>On steroids</a:t>
            </a:r>
            <a:r>
              <a:rPr lang="en-US" sz="2100">
                <a:sym typeface="Wingdings" pitchFamily="2" charset="2"/>
              </a:rPr>
              <a:t></a:t>
            </a:r>
            <a:endParaRPr sz="1400" b="0" dirty="0">
              <a:solidFill>
                <a:schemeClr val="lt1"/>
              </a:solidFill>
            </a:endParaRPr>
          </a:p>
        </p:txBody>
      </p:sp>
      <p:sp>
        <p:nvSpPr>
          <p:cNvPr id="248" name="Google Shape;248;p31">
            <a:extLst>
              <a:ext uri="{FF2B5EF4-FFF2-40B4-BE49-F238E27FC236}">
                <a16:creationId xmlns:a16="http://schemas.microsoft.com/office/drawing/2014/main" id="{659C1BE2-FF5F-674E-EE8B-87EC09EB88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7975" y="2061900"/>
            <a:ext cx="2481600" cy="20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Dynamic</a:t>
            </a:r>
            <a:r>
              <a:rPr lang="en-US" sz="2100" dirty="0"/>
              <a:t> 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Physiology</a:t>
            </a:r>
            <a:br>
              <a:rPr lang="en-US" sz="2100" dirty="0"/>
            </a:br>
            <a:r>
              <a:rPr lang="en-US" sz="2100" dirty="0"/>
              <a:t>Surgery</a:t>
            </a:r>
            <a:br>
              <a:rPr lang="en-US" sz="2100" dirty="0"/>
            </a:br>
            <a:r>
              <a:rPr lang="en-US" sz="2100" dirty="0"/>
              <a:t>Coagulation</a:t>
            </a:r>
            <a:br>
              <a:rPr lang="en-US" sz="2100" dirty="0"/>
            </a:br>
            <a:br>
              <a:rPr lang="en-US" sz="2100" dirty="0"/>
            </a:br>
            <a:br>
              <a:rPr lang="en-US" sz="2100" dirty="0"/>
            </a:br>
            <a:endParaRPr lang="en-US" sz="1400" dirty="0">
              <a:solidFill>
                <a:schemeClr val="lt1"/>
              </a:solidFill>
            </a:endParaRPr>
          </a:p>
        </p:txBody>
      </p:sp>
      <p:sp>
        <p:nvSpPr>
          <p:cNvPr id="249" name="Google Shape;249;p31">
            <a:extLst>
              <a:ext uri="{FF2B5EF4-FFF2-40B4-BE49-F238E27FC236}">
                <a16:creationId xmlns:a16="http://schemas.microsoft.com/office/drawing/2014/main" id="{2DB86D2F-C7F2-0EF5-109D-05A134D2DB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6625" y="2061900"/>
            <a:ext cx="2481600" cy="21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Equipment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TOE</a:t>
            </a:r>
            <a:br>
              <a:rPr lang="en-US" sz="2100" dirty="0"/>
            </a:br>
            <a:r>
              <a:rPr lang="en-US" sz="2100" dirty="0"/>
              <a:t>Belmont</a:t>
            </a:r>
            <a:br>
              <a:rPr lang="en-US" sz="2100" dirty="0"/>
            </a:br>
            <a:r>
              <a:rPr lang="en-US" sz="2100" dirty="0"/>
              <a:t>Cell Saver</a:t>
            </a:r>
            <a:br>
              <a:rPr lang="en-US" sz="2100" dirty="0"/>
            </a:br>
            <a:r>
              <a:rPr lang="en-US" sz="2100" dirty="0"/>
              <a:t>CRRT</a:t>
            </a:r>
            <a:endParaRPr sz="1400" b="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980434"/>
      </p:ext>
    </p:extLst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8646</TotalTime>
  <Words>637</Words>
  <Application>Microsoft Macintosh PowerPoint</Application>
  <PresentationFormat>On-screen Show (16:9)</PresentationFormat>
  <Paragraphs>157</Paragraphs>
  <Slides>34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Lato</vt:lpstr>
      <vt:lpstr>Raleway</vt:lpstr>
      <vt:lpstr>Wingdings</vt:lpstr>
      <vt:lpstr>Swiss</vt:lpstr>
      <vt:lpstr>1_Swiss</vt:lpstr>
      <vt:lpstr>2_Swiss</vt:lpstr>
      <vt:lpstr>Office Theme</vt:lpstr>
      <vt:lpstr>Liver transplant anesthesia –Intra-operative care</vt:lpstr>
      <vt:lpstr>Anaesthesia for Liver Transplant</vt:lpstr>
      <vt:lpstr>Anaesthesia for Liver Transplant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Anaesthetic Induction</vt:lpstr>
      <vt:lpstr>PowerPoint Presentation</vt:lpstr>
      <vt:lpstr>PowerPoint Presentation</vt:lpstr>
      <vt:lpstr>Belmont Rapid infuser   Cell Saver</vt:lpstr>
      <vt:lpstr>PowerPoint Presentation</vt:lpstr>
      <vt:lpstr>PowerPoint Presentation</vt:lpstr>
      <vt:lpstr>Perioperative Coagulation</vt:lpstr>
      <vt:lpstr>Management principles for bleeding</vt:lpstr>
      <vt:lpstr>Perioperative Coagulation</vt:lpstr>
      <vt:lpstr>PowerPoint Presentation</vt:lpstr>
      <vt:lpstr>PowerPoint Presentation</vt:lpstr>
      <vt:lpstr>PowerPoint Presentation</vt:lpstr>
      <vt:lpstr>Perioperative TOE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Perioperative electrolytes</vt:lpstr>
      <vt:lpstr>PowerPoint Presentation</vt:lpstr>
      <vt:lpstr>Anaesthesia for Liver Transplant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Liver transplant anesthesia –an overview</dc:title>
  <cp:lastModifiedBy>PONNAPPAN, Karthik (ROYAL FREE LONDON NHS FOUNDATION TRUST)</cp:lastModifiedBy>
  <cp:revision>12</cp:revision>
  <dcterms:modified xsi:type="dcterms:W3CDTF">2026-04-16T21:48:46Z</dcterms:modified>
</cp:coreProperties>
</file>